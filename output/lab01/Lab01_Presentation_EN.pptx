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validates round parentheses and uses a custom logger to explain what happens during the scan. The central OOP ideas are object state, shared static configuration and collaboration between classes.</a:t>
            </a:r>
          </a:p>
          <a:p>
            <a:r>
              <a:t>Source: h01-logging.pdf; implementation commit 4086d98.</a:t>
            </a:r>
          </a:p>
          <a:p>
            <a:br/>
            <a:r>
              <a:t>Photo provided by Lungu Ivan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Logger owns filtering, formatting and console output. ParenthesesValidator owns validation rules and stores a Logger object named Parentheses. Program.cs configures the application and runs examples. LogLevel is an enum. The validator uses composition, so it contains a logger reference and calls its methods.</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class describes the state and methods of its instances. Each Logger object has its own private readonly name. Static level and format fields belong to the class and are exposed by Level and Format. Changing settings affects existing logger objects too. The validator keeps its logger reference as instance state, while openCount is a local variable that starts from zero on each call.</a:t>
            </a:r>
          </a:p>
          <a:p>
            <a:endParaRPr/>
          </a:p>
          <a:p>
            <a:r>
              <a:t>Sources: h01-logging.pdf, sections 3-7. Repository: https://github.com/0kura018/OOP-Labs/tree/4086d98 (Logger.cs, ParenthesesValidator.cs, Program.cs, LoggingTests.cs).</a:t>
            </a:r>
          </a:p>
          <a:p>
            <a:br/>
            <a:r>
              <a:t>Photo supplied by Lungu Ivan. The caption is a visual joke about shared static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LogLevel values are ordered TRACE, INFO, WARN, ERROR. Log returns before output if messageLevel is below the configured Level. The chosen threshold is global. Hiding trace output does not change the Boolean result of IsValid. The validation method still runs, and Program.cs prints its result separately.</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format can contain any subset of the supported placeholders. The scanner reads only the template. This matters when a message itself contains a token such as %l: that message content should stay literal. Unknown placeholders and ordinary characters are preserved. Time uses the local HH:mm:ss format. The displayed time here is an illustrative example, not a captured runtime value.</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openCount stores the number of unmatched opening parentheses. For an opening parenthesis, increment it. A closing parenthesis requires a positive count before decrementing. Reject a closing at zero immediately. At the end, accept only if the counter is zero. For the parentheses scan, time is O(n) and auxiliary space is O(1), excluding logging and output storage. The implementation also rejects null and unexpected characters, and accepts the empty string.</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each opening, the validator calls logger.Trace. For each matched closing, it calls logger.Info. Invalid input produces an ERROR containing the input and explanation, and an INFO with the final false result. A closing without an opening also produces an optional WARN. These are representative excerpts from the actual code and observed output, with time omitted for readability.</a:t>
            </a:r>
          </a:p>
          <a:p>
            <a:endParaRPr/>
          </a:p>
          <a:p>
            <a:r>
              <a:t>Sources: h01-logging.pdf, sections 3-7. Repository: https://github.com/0kura018/OOP-Labs/tree/4086d98 (Logger.cs, ParenthesesValidator.cs, Program.cs, LoggingTests.cs).</a:t>
            </a:r>
          </a:p>
          <a:p>
            <a:br/>
            <a:r>
              <a:t>Photo supplied by Lungu Ivan. Log lines on this slide are shortened for readability; the program includes the logger name and full matching-pair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test run passed 21 xUnit cases. The validator theory has ten input cases, each repeated at all four configured levels. Other tests check threshold behavior on two already-created loggers, format substitution, local time shape, required events and random phrases. The input )( prevents accepting strings based only on equal opening and closing totals. It is rejected at index zero.</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bonus token selects a random phrase from the set associated with the current entry level. INFO can use Operation completed or Here is your result. WARN and ERROR have their own sets. If %r appears twice in one template, the implementation reuses the same selected phrase for that entry. The phrase is chosen only when an accepted message actually needs it.</a:t>
            </a:r>
          </a:p>
          <a:p>
            <a:endParaRPr/>
          </a:p>
          <a:p>
            <a:r>
              <a:t>Sources: h01-logging.pdf, sections 3-7. Repository: https://github.com/0kura018/OOP-Labs/tree/4086d98 (Logger.cs, ParenthesesValidator.cs, Program.cs, LoggingTests.cs).</a:t>
            </a:r>
          </a:p>
          <a:p>
            <a:br/>
            <a:r>
              <a:t>Animated meme supplied by the user, converted from doc_2026-10-30_10-57-04.mp4. The caption is a joke; the actual %r feature only inserts a random phrase.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 console project to see the four required cases, shared settings on two logger objects and the %r example. Supply quoted arguments to test your own strings. Run dotnet test from the solution directory. The main design benefit is that validation and output have separate responsibilities. A next improvement would be an injectable output writer, because tests currently replace global Console.Out.</a:t>
            </a:r>
          </a:p>
          <a:p>
            <a:endParaRPr/>
          </a:p>
          <a:p>
            <a:r>
              <a:t>Sources: h01-logging.pdf, sections 3-7. Repository: https://github.com/0kura018/OOP-Labs/tree/4086d98 (Logger.cs, ParenthesesValidator.cs, Program.cs, LoggingTests.cs).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900E022-652E-4962-B758-64B04436DA3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4B2EF92-D9C2-43C7-A5F9-E8DB2396352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05AEFF1-4B9A-43D5-8437-EB2A4A1E993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16127BC-0286-4DC7-BC7F-402484E2F7E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9DFAA77-E84B-47A4-8582-17F1E896B66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AF8D073-4907-4AA2-9689-8122AC0DD9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568E588-0E96-4E53-9CEE-B03662169E6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F0FE645-6542-43C3-9F8B-69504BC6A60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B6046E-21F3-4B1B-AA15-F05E08ABC94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9688FC6-55EB-4081-A54D-203B5CDC160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63D"/>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5D0A77C0-564A-411B-A17C-2E9F78918D2E}"/>
              </a:ext>
            </a:extLst>
          </p:cNvPr>
          <p:cNvSpPr>
            <a:spLocks noGrp="1"/>
          </p:cNvSpPr>
          <p:nvPr/>
        </p:nvSpPr>
        <p:spPr>
          <a:xfrm>
            <a:off x="723900" y="952500"/>
            <a:ext cx="6953250" cy="2476500"/>
          </a:xfrm>
          <a:prstGeom prst="rect">
            <a:avLst/>
          </a:prstGeom>
          <a:noFill/>
          <a:ln w="0">
            <a:noFill/>
          </a:ln>
        </p:spPr>
        <p:txBody>
          <a:bodyPr/>
          <a:lstStyle>
            <a:defPPr>
              <a:defRPr sz="4950" b="1">
                <a:solidFill>
                  <a:srgbClr val="FFFFFF"/>
                </a:solidFill>
                <a:latin typeface="Calibri"/>
                <a:ea typeface="Calibri"/>
                <a:cs typeface="Calibri"/>
              </a:defRPr>
            </a:defPPr>
            <a:lvl1pPr>
              <a:buNone/>
              <a:defRPr sz="4950" b="1">
                <a:solidFill>
                  <a:srgbClr val="FFFFFF"/>
                </a:solidFill>
                <a:latin typeface="Calibri"/>
                <a:ea typeface="Calibri"/>
                <a:cs typeface="Calibri"/>
              </a:defRPr>
            </a:lvl1pPr>
            <a:lvl2pPr>
              <a:buNone/>
              <a:defRPr sz="4950" b="1">
                <a:solidFill>
                  <a:srgbClr val="FFFFFF"/>
                </a:solidFill>
                <a:latin typeface="Calibri"/>
                <a:ea typeface="Calibri"/>
                <a:cs typeface="Calibri"/>
              </a:defRPr>
            </a:lvl2pPr>
            <a:lvl3pPr>
              <a:buNone/>
              <a:defRPr sz="4950" b="1">
                <a:solidFill>
                  <a:srgbClr val="FFFFFF"/>
                </a:solidFill>
                <a:latin typeface="Calibri"/>
                <a:ea typeface="Calibri"/>
                <a:cs typeface="Calibri"/>
              </a:defRPr>
            </a:lvl3pPr>
            <a:lvl4pPr>
              <a:buNone/>
              <a:defRPr sz="4950" b="1">
                <a:solidFill>
                  <a:srgbClr val="FFFFFF"/>
                </a:solidFill>
                <a:latin typeface="Calibri"/>
                <a:ea typeface="Calibri"/>
                <a:cs typeface="Calibri"/>
              </a:defRPr>
            </a:lvl4pPr>
            <a:lvl5pPr>
              <a:buNone/>
              <a:defRPr sz="4950" b="1">
                <a:solidFill>
                  <a:srgbClr val="FFFFFF"/>
                </a:solidFill>
                <a:latin typeface="Calibri"/>
                <a:ea typeface="Calibri"/>
                <a:cs typeface="Calibri"/>
              </a:defRPr>
            </a:lvl5pPr>
            <a:lvl6pPr>
              <a:buNone/>
              <a:defRPr sz="4950" b="1">
                <a:solidFill>
                  <a:srgbClr val="FFFFFF"/>
                </a:solidFill>
                <a:latin typeface="Calibri"/>
                <a:ea typeface="Calibri"/>
                <a:cs typeface="Calibri"/>
              </a:defRPr>
            </a:lvl6pPr>
            <a:lvl7pPr>
              <a:buNone/>
              <a:defRPr sz="4950" b="1">
                <a:solidFill>
                  <a:srgbClr val="FFFFFF"/>
                </a:solidFill>
                <a:latin typeface="Calibri"/>
                <a:ea typeface="Calibri"/>
                <a:cs typeface="Calibri"/>
              </a:defRPr>
            </a:lvl7pPr>
            <a:lvl8pPr>
              <a:buNone/>
              <a:defRPr sz="4950" b="1">
                <a:solidFill>
                  <a:srgbClr val="FFFFFF"/>
                </a:solidFill>
                <a:latin typeface="Calibri"/>
                <a:ea typeface="Calibri"/>
                <a:cs typeface="Calibri"/>
              </a:defRPr>
            </a:lvl8pPr>
            <a:lvl9pPr>
              <a:buNone/>
              <a:defRPr sz="4950" b="1">
                <a:solidFill>
                  <a:srgbClr val="FFFFFF"/>
                </a:solidFill>
                <a:latin typeface="Calibri"/>
                <a:ea typeface="Calibri"/>
                <a:cs typeface="Calibri"/>
              </a:defRPr>
            </a:lvl9pPr>
          </a:lstStyle>
          <a:p>
            <a:pPr>
              <a:buNone/>
              <a:defRPr sz="4950" b="1">
                <a:solidFill>
                  <a:srgbClr val="FFFFFF"/>
                </a:solidFill>
                <a:latin typeface="Calibri"/>
                <a:ea typeface="Calibri"/>
                <a:cs typeface="Calibri"/>
              </a:defRPr>
            </a:pPr>
            <a:r>
              <a:rPr sz="4950" b="1">
                <a:solidFill>
                  <a:srgbClr val="FFFFFF"/>
                </a:solidFill>
                <a:latin typeface="Calibri"/>
                <a:ea typeface="Calibri"/>
                <a:cs typeface="Calibri"/>
              </a:rPr>
              <a:t>Logger and</a:t>
            </a:r>
          </a:p>
          <a:p>
            <a:pPr>
              <a:buNone/>
              <a:defRPr sz="4950" b="1">
                <a:solidFill>
                  <a:srgbClr val="FFFFFF"/>
                </a:solidFill>
                <a:latin typeface="Calibri"/>
                <a:ea typeface="Calibri"/>
                <a:cs typeface="Calibri"/>
              </a:defRPr>
            </a:pPr>
            <a:r>
              <a:rPr sz="4950" b="1">
                <a:solidFill>
                  <a:srgbClr val="FFFFFF"/>
                </a:solidFill>
                <a:latin typeface="Calibri"/>
                <a:ea typeface="Calibri"/>
                <a:cs typeface="Calibri"/>
              </a:rPr>
              <a:t>parentheses</a:t>
            </a:r>
          </a:p>
          <a:p>
            <a:pPr>
              <a:buNone/>
              <a:defRPr sz="4950" b="1">
                <a:solidFill>
                  <a:srgbClr val="FFFFFF"/>
                </a:solidFill>
                <a:latin typeface="Calibri"/>
                <a:ea typeface="Calibri"/>
                <a:cs typeface="Calibri"/>
              </a:defRPr>
            </a:pPr>
            <a:r>
              <a:rPr sz="4950" b="1">
                <a:solidFill>
                  <a:srgbClr val="FFFFFF"/>
                </a:solidFill>
                <a:latin typeface="Calibri"/>
                <a:ea typeface="Calibri"/>
                <a:cs typeface="Calibri"/>
              </a:rPr>
              <a:t>validator</a:t>
            </a:r>
          </a:p>
        </p:txBody>
      </p:sp>
      <p:sp>
        <p:nvSpPr>
          <p:cNvPr id="3" name="Прямоугольник 2">
            <a:extLst>
              <a:ext uri="{FF2B5EF4-FFF2-40B4-BE49-F238E27FC236}">
                <a16:creationId xmlns:a16="http://schemas.microsoft.com/office/drawing/2014/main" id="{2D30EE99-7EDA-4E0B-B0D4-D6FFA379EDAE}"/>
              </a:ext>
            </a:extLst>
          </p:cNvPr>
          <p:cNvSpPr>
            <a:spLocks noGrp="1"/>
          </p:cNvSpPr>
          <p:nvPr/>
        </p:nvSpPr>
        <p:spPr>
          <a:xfrm>
            <a:off x="762000" y="3476625"/>
            <a:ext cx="10001250" cy="571500"/>
          </a:xfrm>
          <a:prstGeom prst="rect">
            <a:avLst/>
          </a:prstGeom>
          <a:noFill/>
          <a:ln w="0">
            <a:noFill/>
          </a:ln>
        </p:spPr>
        <p:txBody>
          <a:bodyPr/>
          <a:lstStyle>
            <a:defPPr>
              <a:defRPr sz="2250" b="0">
                <a:solidFill>
                  <a:srgbClr val="BBCDE6"/>
                </a:solidFill>
                <a:latin typeface="Calibri"/>
                <a:ea typeface="Calibri"/>
                <a:cs typeface="Calibri"/>
              </a:defRPr>
            </a:defPPr>
            <a:lvl1pPr>
              <a:buNone/>
              <a:defRPr sz="2250" b="0">
                <a:solidFill>
                  <a:srgbClr val="BBCDE6"/>
                </a:solidFill>
                <a:latin typeface="Calibri"/>
                <a:ea typeface="Calibri"/>
                <a:cs typeface="Calibri"/>
              </a:defRPr>
            </a:lvl1pPr>
            <a:lvl2pPr>
              <a:buNone/>
              <a:defRPr sz="2250" b="0">
                <a:solidFill>
                  <a:srgbClr val="BBCDE6"/>
                </a:solidFill>
                <a:latin typeface="Calibri"/>
                <a:ea typeface="Calibri"/>
                <a:cs typeface="Calibri"/>
              </a:defRPr>
            </a:lvl2pPr>
            <a:lvl3pPr>
              <a:buNone/>
              <a:defRPr sz="2250" b="0">
                <a:solidFill>
                  <a:srgbClr val="BBCDE6"/>
                </a:solidFill>
                <a:latin typeface="Calibri"/>
                <a:ea typeface="Calibri"/>
                <a:cs typeface="Calibri"/>
              </a:defRPr>
            </a:lvl3pPr>
            <a:lvl4pPr>
              <a:buNone/>
              <a:defRPr sz="2250" b="0">
                <a:solidFill>
                  <a:srgbClr val="BBCDE6"/>
                </a:solidFill>
                <a:latin typeface="Calibri"/>
                <a:ea typeface="Calibri"/>
                <a:cs typeface="Calibri"/>
              </a:defRPr>
            </a:lvl4pPr>
            <a:lvl5pPr>
              <a:buNone/>
              <a:defRPr sz="2250" b="0">
                <a:solidFill>
                  <a:srgbClr val="BBCDE6"/>
                </a:solidFill>
                <a:latin typeface="Calibri"/>
                <a:ea typeface="Calibri"/>
                <a:cs typeface="Calibri"/>
              </a:defRPr>
            </a:lvl5pPr>
            <a:lvl6pPr>
              <a:buNone/>
              <a:defRPr sz="2250" b="0">
                <a:solidFill>
                  <a:srgbClr val="BBCDE6"/>
                </a:solidFill>
                <a:latin typeface="Calibri"/>
                <a:ea typeface="Calibri"/>
                <a:cs typeface="Calibri"/>
              </a:defRPr>
            </a:lvl6pPr>
            <a:lvl7pPr>
              <a:buNone/>
              <a:defRPr sz="2250" b="0">
                <a:solidFill>
                  <a:srgbClr val="BBCDE6"/>
                </a:solidFill>
                <a:latin typeface="Calibri"/>
                <a:ea typeface="Calibri"/>
                <a:cs typeface="Calibri"/>
              </a:defRPr>
            </a:lvl7pPr>
            <a:lvl8pPr>
              <a:buNone/>
              <a:defRPr sz="2250" b="0">
                <a:solidFill>
                  <a:srgbClr val="BBCDE6"/>
                </a:solidFill>
                <a:latin typeface="Calibri"/>
                <a:ea typeface="Calibri"/>
                <a:cs typeface="Calibri"/>
              </a:defRPr>
            </a:lvl8pPr>
            <a:lvl9pPr>
              <a:buNone/>
              <a:defRPr sz="2250" b="0">
                <a:solidFill>
                  <a:srgbClr val="BBCDE6"/>
                </a:solidFill>
                <a:latin typeface="Calibri"/>
                <a:ea typeface="Calibri"/>
                <a:cs typeface="Calibri"/>
              </a:defRPr>
            </a:lvl9pPr>
          </a:lstStyle>
          <a:p>
            <a:pPr>
              <a:buNone/>
              <a:defRPr sz="2250" b="0">
                <a:solidFill>
                  <a:srgbClr val="BBCDE6"/>
                </a:solidFill>
                <a:latin typeface="Calibri"/>
                <a:ea typeface="Calibri"/>
                <a:cs typeface="Calibri"/>
              </a:defRPr>
            </a:pPr>
            <a:r>
              <a:rPr sz="2250" b="0">
                <a:solidFill>
                  <a:srgbClr val="BBCDE6"/>
                </a:solidFill>
                <a:latin typeface="Calibri"/>
                <a:ea typeface="Calibri"/>
                <a:cs typeface="Calibri"/>
              </a:rPr>
              <a:t>Laboratory 1 · C# · .NET 10</a:t>
            </a:r>
          </a:p>
        </p:txBody>
      </p:sp>
      <p:sp>
        <p:nvSpPr>
          <p:cNvPr id="4" name="Прямоугольник 3">
            <a:extLst>
              <a:ext uri="{FF2B5EF4-FFF2-40B4-BE49-F238E27FC236}">
                <a16:creationId xmlns:a16="http://schemas.microsoft.com/office/drawing/2014/main" id="{BC33A078-DBAE-46D9-830A-1648D54680BE}"/>
              </a:ext>
            </a:extLst>
          </p:cNvPr>
          <p:cNvSpPr>
            <a:spLocks noGrp="1"/>
          </p:cNvSpPr>
          <p:nvPr/>
        </p:nvSpPr>
        <p:spPr>
          <a:xfrm>
            <a:off x="762000" y="4905375"/>
            <a:ext cx="9525000" cy="952500"/>
          </a:xfrm>
          <a:prstGeom prst="rect">
            <a:avLst/>
          </a:prstGeom>
          <a:noFill/>
          <a:ln w="0">
            <a:noFill/>
          </a:ln>
        </p:spPr>
        <p:txBody>
          <a:bodyPr/>
          <a:lstStyle>
            <a:defPPr>
              <a:defRPr sz="1875" b="0">
                <a:solidFill>
                  <a:srgbClr val="BBCDE6"/>
                </a:solidFill>
                <a:latin typeface="Calibri"/>
                <a:ea typeface="Calibri"/>
                <a:cs typeface="Calibri"/>
              </a:defRPr>
            </a:defPPr>
            <a:lvl1pPr>
              <a:buNone/>
              <a:defRPr sz="1875" b="0">
                <a:solidFill>
                  <a:srgbClr val="BBCDE6"/>
                </a:solidFill>
                <a:latin typeface="Calibri"/>
                <a:ea typeface="Calibri"/>
                <a:cs typeface="Calibri"/>
              </a:defRPr>
            </a:lvl1pPr>
            <a:lvl2pPr>
              <a:buNone/>
              <a:defRPr sz="1875" b="0">
                <a:solidFill>
                  <a:srgbClr val="BBCDE6"/>
                </a:solidFill>
                <a:latin typeface="Calibri"/>
                <a:ea typeface="Calibri"/>
                <a:cs typeface="Calibri"/>
              </a:defRPr>
            </a:lvl2pPr>
            <a:lvl3pPr>
              <a:buNone/>
              <a:defRPr sz="1875" b="0">
                <a:solidFill>
                  <a:srgbClr val="BBCDE6"/>
                </a:solidFill>
                <a:latin typeface="Calibri"/>
                <a:ea typeface="Calibri"/>
                <a:cs typeface="Calibri"/>
              </a:defRPr>
            </a:lvl3pPr>
            <a:lvl4pPr>
              <a:buNone/>
              <a:defRPr sz="1875" b="0">
                <a:solidFill>
                  <a:srgbClr val="BBCDE6"/>
                </a:solidFill>
                <a:latin typeface="Calibri"/>
                <a:ea typeface="Calibri"/>
                <a:cs typeface="Calibri"/>
              </a:defRPr>
            </a:lvl4pPr>
            <a:lvl5pPr>
              <a:buNone/>
              <a:defRPr sz="1875" b="0">
                <a:solidFill>
                  <a:srgbClr val="BBCDE6"/>
                </a:solidFill>
                <a:latin typeface="Calibri"/>
                <a:ea typeface="Calibri"/>
                <a:cs typeface="Calibri"/>
              </a:defRPr>
            </a:lvl5pPr>
            <a:lvl6pPr>
              <a:buNone/>
              <a:defRPr sz="1875" b="0">
                <a:solidFill>
                  <a:srgbClr val="BBCDE6"/>
                </a:solidFill>
                <a:latin typeface="Calibri"/>
                <a:ea typeface="Calibri"/>
                <a:cs typeface="Calibri"/>
              </a:defRPr>
            </a:lvl6pPr>
            <a:lvl7pPr>
              <a:buNone/>
              <a:defRPr sz="1875" b="0">
                <a:solidFill>
                  <a:srgbClr val="BBCDE6"/>
                </a:solidFill>
                <a:latin typeface="Calibri"/>
                <a:ea typeface="Calibri"/>
                <a:cs typeface="Calibri"/>
              </a:defRPr>
            </a:lvl7pPr>
            <a:lvl8pPr>
              <a:buNone/>
              <a:defRPr sz="1875" b="0">
                <a:solidFill>
                  <a:srgbClr val="BBCDE6"/>
                </a:solidFill>
                <a:latin typeface="Calibri"/>
                <a:ea typeface="Calibri"/>
                <a:cs typeface="Calibri"/>
              </a:defRPr>
            </a:lvl8pPr>
            <a:lvl9pPr>
              <a:buNone/>
              <a:defRPr sz="1875" b="0">
                <a:solidFill>
                  <a:srgbClr val="BBCDE6"/>
                </a:solidFill>
                <a:latin typeface="Calibri"/>
                <a:ea typeface="Calibri"/>
                <a:cs typeface="Calibri"/>
              </a:defRPr>
            </a:lvl9pPr>
          </a:lstStyle>
          <a:p>
            <a:pPr>
              <a:buNone/>
              <a:defRPr sz="1875" b="0">
                <a:solidFill>
                  <a:srgbClr val="BBCDE6"/>
                </a:solidFill>
                <a:latin typeface="Calibri"/>
                <a:ea typeface="Calibri"/>
                <a:cs typeface="Calibri"/>
              </a:defRPr>
            </a:pPr>
            <a:r>
              <a:rPr sz="1875" b="0">
                <a:solidFill>
                  <a:srgbClr val="BBCDE6"/>
                </a:solidFill>
                <a:latin typeface="Calibri"/>
                <a:ea typeface="Calibri"/>
                <a:cs typeface="Calibri"/>
              </a:rPr>
              <a:t>Lungu Ivan</a:t>
            </a:r>
          </a:p>
          <a:p>
            <a:pPr>
              <a:buNone/>
              <a:defRPr sz="1875" b="0">
                <a:solidFill>
                  <a:srgbClr val="BBCDE6"/>
                </a:solidFill>
                <a:latin typeface="Calibri"/>
                <a:ea typeface="Calibri"/>
                <a:cs typeface="Calibri"/>
              </a:defRPr>
            </a:pPr>
            <a:r>
              <a:rPr sz="1875" b="0">
                <a:solidFill>
                  <a:srgbClr val="BBCDE6"/>
                </a:solidFill>
                <a:latin typeface="Calibri"/>
                <a:ea typeface="Calibri"/>
                <a:cs typeface="Calibri"/>
              </a:rPr>
              <a:t>FAF-253</a:t>
            </a:r>
          </a:p>
        </p:txBody>
      </p:sp>
      <p:pic>
        <p:nvPicPr>
          <p:cNvPr id="5" name="Рисунок 4">
            <a:extLst>
              <a:ext uri="{FF2B5EF4-FFF2-40B4-BE49-F238E27FC236}">
                <a16:creationId xmlns:a16="http://schemas.microsoft.com/office/drawing/2014/main" id="{6B4EC96C-DFF4-47AC-AC75-37D4F2CC16C2}"/>
              </a:ext>
            </a:extLst>
          </p:cNvPr>
          <p:cNvPicPr>
            <a:picLocks noChangeAspect="1"/>
          </p:cNvPicPr>
          <p:nvPr/>
        </p:nvPicPr>
        <p:blipFill>
          <a:blip r:embed="rId3"/>
          <a:srcRect l="-1" t="18000" r="29047"/>
          <a:stretch>
            <a:fillRect/>
          </a:stretch>
        </p:blipFill>
        <p:spPr>
          <a:xfrm>
            <a:off x="4470400" y="666750"/>
            <a:ext cx="7391399" cy="5524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58642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98E900B-FDCC-4408-94C3-F31AEA24CB0F}"/>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Program structure</a:t>
            </a:r>
          </a:p>
        </p:txBody>
      </p:sp>
      <p:graphicFrame>
        <p:nvGraphicFramePr>
          <p:cNvPr id="3" name="Таблица 2">
            <a:extLst>
              <a:ext uri="{FF2B5EF4-FFF2-40B4-BE49-F238E27FC236}">
                <a16:creationId xmlns:a16="http://schemas.microsoft.com/office/drawing/2014/main" id="{75DE7859-FB7C-42FA-A5F7-ACF0244E28B2}"/>
              </a:ext>
            </a:extLst>
          </p:cNvPr>
          <p:cNvGraphicFramePr/>
          <p:nvPr/>
        </p:nvGraphicFramePr>
        <p:xfrm>
          <a:off x="723900" y="1809750"/>
          <a:ext cx="10744200" cy="3048000"/>
        </p:xfrm>
        <a:graphic>
          <a:graphicData uri="http://schemas.openxmlformats.org/drawingml/2006/table">
            <a:tbl>
              <a:tblPr/>
              <a:tblGrid>
                <a:gridCol w="4000500">
                  <a:extLst>
                    <a:ext uri="{9D8B030D-6E8A-4147-A177-3AD203B41FA5}">
                      <a16:colId xmlns:a16="http://schemas.microsoft.com/office/drawing/2014/main" val="20000"/>
                    </a:ext>
                  </a:extLst>
                </a:gridCol>
                <a:gridCol w="6743700">
                  <a:extLst>
                    <a:ext uri="{9D8B030D-6E8A-4147-A177-3AD203B41FA5}">
                      <a16:colId xmlns:a16="http://schemas.microsoft.com/office/drawing/2014/main" val="20001"/>
                    </a:ext>
                  </a:extLst>
                </a:gridCol>
              </a:tblGrid>
              <a:tr h="609600">
                <a:tc>
                  <a:txBody>
                    <a:bodyPr/>
                    <a:lstStyle/>
                    <a:p>
                      <a:r>
                        <a:rPr sz="1950" b="1">
                          <a:solidFill>
                            <a:srgbClr val="FFFFFF"/>
                          </a:solidFill>
                          <a:latin typeface="Calibri"/>
                          <a:ea typeface="Calibri"/>
                          <a:cs typeface="Calibri"/>
                        </a:rPr>
                        <a:t>Component</a:t>
                      </a:r>
                    </a:p>
                  </a:txBody>
                  <a:tcPr>
                    <a:solidFill>
                      <a:srgbClr val="14263D"/>
                    </a:solidFill>
                  </a:tcPr>
                </a:tc>
                <a:tc>
                  <a:txBody>
                    <a:bodyPr/>
                    <a:lstStyle/>
                    <a:p>
                      <a:r>
                        <a:rPr sz="1950" b="1">
                          <a:solidFill>
                            <a:srgbClr val="FFFFFF"/>
                          </a:solidFill>
                          <a:latin typeface="Calibri"/>
                          <a:ea typeface="Calibri"/>
                          <a:cs typeface="Calibri"/>
                        </a:rPr>
                        <a:t>Responsibility</a:t>
                      </a:r>
                    </a:p>
                  </a:txBody>
                  <a:tcPr>
                    <a:solidFill>
                      <a:srgbClr val="14263D"/>
                    </a:solidFill>
                  </a:tcPr>
                </a:tc>
                <a:extLst>
                  <a:ext uri="{0D108BD9-81ED-4DB2-BD59-A6C34878D82A}">
                    <a16:rowId xmlns:a16="http://schemas.microsoft.com/office/drawing/2014/main" val="10000"/>
                  </a:ext>
                </a:extLst>
              </a:tr>
              <a:tr h="609600">
                <a:tc>
                  <a:txBody>
                    <a:bodyPr/>
                    <a:lstStyle/>
                    <a:p>
                      <a:r>
                        <a:rPr sz="2025">
                          <a:solidFill>
                            <a:srgbClr val="172B43"/>
                          </a:solidFill>
                          <a:latin typeface="Calibri"/>
                          <a:ea typeface="Calibri"/>
                          <a:cs typeface="Calibri"/>
                        </a:rPr>
                        <a:t>Logger</a:t>
                      </a:r>
                    </a:p>
                  </a:txBody>
                  <a:tcPr>
                    <a:solidFill>
                      <a:srgbClr val="FFFFFF"/>
                    </a:solidFill>
                  </a:tcPr>
                </a:tc>
                <a:tc>
                  <a:txBody>
                    <a:bodyPr/>
                    <a:lstStyle/>
                    <a:p>
                      <a:r>
                        <a:rPr sz="2025">
                          <a:solidFill>
                            <a:srgbClr val="172B43"/>
                          </a:solidFill>
                          <a:latin typeface="Calibri"/>
                          <a:ea typeface="Calibri"/>
                          <a:cs typeface="Calibri"/>
                        </a:rPr>
                        <a:t>Filters, formats and prints entries</a:t>
                      </a:r>
                    </a:p>
                  </a:txBody>
                  <a:tcPr>
                    <a:solidFill>
                      <a:srgbClr val="FFFFFF"/>
                    </a:solidFill>
                  </a:tcPr>
                </a:tc>
                <a:extLst>
                  <a:ext uri="{0D108BD9-81ED-4DB2-BD59-A6C34878D82A}">
                    <a16:rowId xmlns:a16="http://schemas.microsoft.com/office/drawing/2014/main" val="10001"/>
                  </a:ext>
                </a:extLst>
              </a:tr>
              <a:tr h="609600">
                <a:tc>
                  <a:txBody>
                    <a:bodyPr/>
                    <a:lstStyle/>
                    <a:p>
                      <a:r>
                        <a:rPr sz="2025">
                          <a:solidFill>
                            <a:srgbClr val="172B43"/>
                          </a:solidFill>
                          <a:latin typeface="Calibri"/>
                          <a:ea typeface="Calibri"/>
                          <a:cs typeface="Calibri"/>
                        </a:rPr>
                        <a:t>ParenthesesValidator</a:t>
                      </a:r>
                    </a:p>
                  </a:txBody>
                  <a:tcPr>
                    <a:solidFill>
                      <a:srgbClr val="FFFFFF"/>
                    </a:solidFill>
                  </a:tcPr>
                </a:tc>
                <a:tc>
                  <a:txBody>
                    <a:bodyPr/>
                    <a:lstStyle/>
                    <a:p>
                      <a:r>
                        <a:rPr sz="2025">
                          <a:solidFill>
                            <a:srgbClr val="172B43"/>
                          </a:solidFill>
                          <a:latin typeface="Calibri"/>
                          <a:ea typeface="Calibri"/>
                          <a:cs typeface="Calibri"/>
                        </a:rPr>
                        <a:t>Checks the input and reports events</a:t>
                      </a:r>
                    </a:p>
                  </a:txBody>
                  <a:tcPr>
                    <a:solidFill>
                      <a:srgbClr val="FFFFFF"/>
                    </a:solidFill>
                  </a:tcPr>
                </a:tc>
                <a:extLst>
                  <a:ext uri="{0D108BD9-81ED-4DB2-BD59-A6C34878D82A}">
                    <a16:rowId xmlns:a16="http://schemas.microsoft.com/office/drawing/2014/main" val="10002"/>
                  </a:ext>
                </a:extLst>
              </a:tr>
              <a:tr h="609600">
                <a:tc>
                  <a:txBody>
                    <a:bodyPr/>
                    <a:lstStyle/>
                    <a:p>
                      <a:r>
                        <a:rPr sz="2025">
                          <a:solidFill>
                            <a:srgbClr val="172B43"/>
                          </a:solidFill>
                          <a:latin typeface="Calibri"/>
                          <a:ea typeface="Calibri"/>
                          <a:cs typeface="Calibri"/>
                        </a:rPr>
                        <a:t>Program.cs</a:t>
                      </a:r>
                    </a:p>
                  </a:txBody>
                  <a:tcPr>
                    <a:solidFill>
                      <a:srgbClr val="FFFFFF"/>
                    </a:solidFill>
                  </a:tcPr>
                </a:tc>
                <a:tc>
                  <a:txBody>
                    <a:bodyPr/>
                    <a:lstStyle/>
                    <a:p>
                      <a:r>
                        <a:rPr sz="2025">
                          <a:solidFill>
                            <a:srgbClr val="172B43"/>
                          </a:solidFill>
                          <a:latin typeface="Calibri"/>
                          <a:ea typeface="Calibri"/>
                          <a:cs typeface="Calibri"/>
                        </a:rPr>
                        <a:t>Configures logging and runs examples</a:t>
                      </a:r>
                    </a:p>
                  </a:txBody>
                  <a:tcPr>
                    <a:solidFill>
                      <a:srgbClr val="FFFFFF"/>
                    </a:solidFill>
                  </a:tcPr>
                </a:tc>
                <a:extLst>
                  <a:ext uri="{0D108BD9-81ED-4DB2-BD59-A6C34878D82A}">
                    <a16:rowId xmlns:a16="http://schemas.microsoft.com/office/drawing/2014/main" val="10003"/>
                  </a:ext>
                </a:extLst>
              </a:tr>
              <a:tr h="609600">
                <a:tc>
                  <a:txBody>
                    <a:bodyPr/>
                    <a:lstStyle/>
                    <a:p>
                      <a:r>
                        <a:rPr sz="2025">
                          <a:solidFill>
                            <a:srgbClr val="172B43"/>
                          </a:solidFill>
                          <a:latin typeface="Calibri"/>
                          <a:ea typeface="Calibri"/>
                          <a:cs typeface="Calibri"/>
                        </a:rPr>
                        <a:t>LogLevel enum</a:t>
                      </a:r>
                    </a:p>
                  </a:txBody>
                  <a:tcPr>
                    <a:solidFill>
                      <a:srgbClr val="FFFFFF"/>
                    </a:solidFill>
                  </a:tcPr>
                </a:tc>
                <a:tc>
                  <a:txBody>
                    <a:bodyPr/>
                    <a:lstStyle/>
                    <a:p>
                      <a:r>
                        <a:rPr sz="2025">
                          <a:solidFill>
                            <a:srgbClr val="172B43"/>
                          </a:solidFill>
                          <a:latin typeface="Calibri"/>
                          <a:ea typeface="Calibri"/>
                          <a:cs typeface="Calibri"/>
                        </a:rPr>
                        <a:t>Defines the four severity levels</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5719599"/>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EB59577-EAEB-4F22-B270-E62C0C9F53E2}"/>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Static settings and object state</a:t>
            </a:r>
          </a:p>
        </p:txBody>
      </p:sp>
      <p:sp>
        <p:nvSpPr>
          <p:cNvPr id="3" name="Прямоугольник 2">
            <a:extLst>
              <a:ext uri="{FF2B5EF4-FFF2-40B4-BE49-F238E27FC236}">
                <a16:creationId xmlns:a16="http://schemas.microsoft.com/office/drawing/2014/main" id="{E23D7343-5DA4-4D45-A9BA-733EF7689C97}"/>
              </a:ext>
            </a:extLst>
          </p:cNvPr>
          <p:cNvSpPr>
            <a:spLocks noGrp="1"/>
          </p:cNvSpPr>
          <p:nvPr/>
        </p:nvSpPr>
        <p:spPr>
          <a:xfrm>
            <a:off x="723900" y="1752600"/>
            <a:ext cx="6762750" cy="571500"/>
          </a:xfrm>
          <a:prstGeom prst="rect">
            <a:avLst/>
          </a:prstGeom>
          <a:noFill/>
          <a:ln w="0">
            <a:noFill/>
          </a:ln>
        </p:spPr>
        <p:txBody>
          <a:bodyPr/>
          <a:lstStyle>
            <a:defPPr>
              <a:defRPr sz="2325" b="1">
                <a:solidFill>
                  <a:srgbClr val="215ED7"/>
                </a:solidFill>
                <a:latin typeface="Calibri"/>
                <a:ea typeface="Calibri"/>
                <a:cs typeface="Calibri"/>
              </a:defRPr>
            </a:defPPr>
            <a:lvl1pPr>
              <a:buNone/>
              <a:defRPr sz="2325" b="1">
                <a:solidFill>
                  <a:srgbClr val="215ED7"/>
                </a:solidFill>
                <a:latin typeface="Calibri"/>
                <a:ea typeface="Calibri"/>
                <a:cs typeface="Calibri"/>
              </a:defRPr>
            </a:lvl1pPr>
            <a:lvl2pPr>
              <a:buNone/>
              <a:defRPr sz="2325" b="1">
                <a:solidFill>
                  <a:srgbClr val="215ED7"/>
                </a:solidFill>
                <a:latin typeface="Calibri"/>
                <a:ea typeface="Calibri"/>
                <a:cs typeface="Calibri"/>
              </a:defRPr>
            </a:lvl2pPr>
            <a:lvl3pPr>
              <a:buNone/>
              <a:defRPr sz="2325" b="1">
                <a:solidFill>
                  <a:srgbClr val="215ED7"/>
                </a:solidFill>
                <a:latin typeface="Calibri"/>
                <a:ea typeface="Calibri"/>
                <a:cs typeface="Calibri"/>
              </a:defRPr>
            </a:lvl3pPr>
            <a:lvl4pPr>
              <a:buNone/>
              <a:defRPr sz="2325" b="1">
                <a:solidFill>
                  <a:srgbClr val="215ED7"/>
                </a:solidFill>
                <a:latin typeface="Calibri"/>
                <a:ea typeface="Calibri"/>
                <a:cs typeface="Calibri"/>
              </a:defRPr>
            </a:lvl4pPr>
            <a:lvl5pPr>
              <a:buNone/>
              <a:defRPr sz="2325" b="1">
                <a:solidFill>
                  <a:srgbClr val="215ED7"/>
                </a:solidFill>
                <a:latin typeface="Calibri"/>
                <a:ea typeface="Calibri"/>
                <a:cs typeface="Calibri"/>
              </a:defRPr>
            </a:lvl5pPr>
            <a:lvl6pPr>
              <a:buNone/>
              <a:defRPr sz="2325" b="1">
                <a:solidFill>
                  <a:srgbClr val="215ED7"/>
                </a:solidFill>
                <a:latin typeface="Calibri"/>
                <a:ea typeface="Calibri"/>
                <a:cs typeface="Calibri"/>
              </a:defRPr>
            </a:lvl6pPr>
            <a:lvl7pPr>
              <a:buNone/>
              <a:defRPr sz="2325" b="1">
                <a:solidFill>
                  <a:srgbClr val="215ED7"/>
                </a:solidFill>
                <a:latin typeface="Calibri"/>
                <a:ea typeface="Calibri"/>
                <a:cs typeface="Calibri"/>
              </a:defRPr>
            </a:lvl7pPr>
            <a:lvl8pPr>
              <a:buNone/>
              <a:defRPr sz="2325" b="1">
                <a:solidFill>
                  <a:srgbClr val="215ED7"/>
                </a:solidFill>
                <a:latin typeface="Calibri"/>
                <a:ea typeface="Calibri"/>
                <a:cs typeface="Calibri"/>
              </a:defRPr>
            </a:lvl8pPr>
            <a:lvl9pPr>
              <a:buNone/>
              <a:defRPr sz="2325" b="1">
                <a:solidFill>
                  <a:srgbClr val="215ED7"/>
                </a:solidFill>
                <a:latin typeface="Calibri"/>
                <a:ea typeface="Calibri"/>
                <a:cs typeface="Calibri"/>
              </a:defRPr>
            </a:lvl9pPr>
          </a:lstStyle>
          <a:p>
            <a:pPr>
              <a:buNone/>
              <a:defRPr sz="2325" b="1">
                <a:solidFill>
                  <a:srgbClr val="215ED7"/>
                </a:solidFill>
                <a:latin typeface="Calibri"/>
                <a:ea typeface="Calibri"/>
                <a:cs typeface="Calibri"/>
              </a:defRPr>
            </a:pPr>
            <a:r>
              <a:rPr sz="2325" b="1">
                <a:solidFill>
                  <a:srgbClr val="215ED7"/>
                </a:solidFill>
                <a:latin typeface="Calibri"/>
                <a:ea typeface="Calibri"/>
                <a:cs typeface="Calibri"/>
              </a:rPr>
              <a:t>Each object keeps its own name</a:t>
            </a:r>
          </a:p>
        </p:txBody>
      </p:sp>
      <p:sp>
        <p:nvSpPr>
          <p:cNvPr id="4" name="Прямоугольник 3">
            <a:extLst>
              <a:ext uri="{FF2B5EF4-FFF2-40B4-BE49-F238E27FC236}">
                <a16:creationId xmlns:a16="http://schemas.microsoft.com/office/drawing/2014/main" id="{FD0B07A5-037F-4623-9E47-072EF414821F}"/>
              </a:ext>
            </a:extLst>
          </p:cNvPr>
          <p:cNvSpPr>
            <a:spLocks noGrp="1"/>
          </p:cNvSpPr>
          <p:nvPr/>
        </p:nvSpPr>
        <p:spPr>
          <a:xfrm>
            <a:off x="723900" y="2476500"/>
            <a:ext cx="6762750" cy="1047750"/>
          </a:xfrm>
          <a:prstGeom prst="rect">
            <a:avLst/>
          </a:prstGeom>
          <a:noFill/>
          <a:ln w="0">
            <a:noFill/>
          </a:ln>
        </p:spPr>
        <p:txBody>
          <a:bodyPr/>
          <a:lstStyle>
            <a:defPPr>
              <a:defRPr sz="2100" b="0">
                <a:solidFill>
                  <a:srgbClr val="172B43"/>
                </a:solidFill>
                <a:latin typeface="Consolas"/>
                <a:ea typeface="Consolas"/>
                <a:cs typeface="Consolas"/>
              </a:defRPr>
            </a:defPPr>
            <a:lvl1pPr>
              <a:buNone/>
              <a:defRPr sz="2100" b="0">
                <a:solidFill>
                  <a:srgbClr val="172B43"/>
                </a:solidFill>
                <a:latin typeface="Consolas"/>
                <a:ea typeface="Consolas"/>
                <a:cs typeface="Consolas"/>
              </a:defRPr>
            </a:lvl1pPr>
            <a:lvl2pPr>
              <a:buNone/>
              <a:defRPr sz="2100" b="0">
                <a:solidFill>
                  <a:srgbClr val="172B43"/>
                </a:solidFill>
                <a:latin typeface="Consolas"/>
                <a:ea typeface="Consolas"/>
                <a:cs typeface="Consolas"/>
              </a:defRPr>
            </a:lvl2pPr>
            <a:lvl3pPr>
              <a:buNone/>
              <a:defRPr sz="2100" b="0">
                <a:solidFill>
                  <a:srgbClr val="172B43"/>
                </a:solidFill>
                <a:latin typeface="Consolas"/>
                <a:ea typeface="Consolas"/>
                <a:cs typeface="Consolas"/>
              </a:defRPr>
            </a:lvl3pPr>
            <a:lvl4pPr>
              <a:buNone/>
              <a:defRPr sz="2100" b="0">
                <a:solidFill>
                  <a:srgbClr val="172B43"/>
                </a:solidFill>
                <a:latin typeface="Consolas"/>
                <a:ea typeface="Consolas"/>
                <a:cs typeface="Consolas"/>
              </a:defRPr>
            </a:lvl4pPr>
            <a:lvl5pPr>
              <a:buNone/>
              <a:defRPr sz="2100" b="0">
                <a:solidFill>
                  <a:srgbClr val="172B43"/>
                </a:solidFill>
                <a:latin typeface="Consolas"/>
                <a:ea typeface="Consolas"/>
                <a:cs typeface="Consolas"/>
              </a:defRPr>
            </a:lvl5pPr>
            <a:lvl6pPr>
              <a:buNone/>
              <a:defRPr sz="2100" b="0">
                <a:solidFill>
                  <a:srgbClr val="172B43"/>
                </a:solidFill>
                <a:latin typeface="Consolas"/>
                <a:ea typeface="Consolas"/>
                <a:cs typeface="Consolas"/>
              </a:defRPr>
            </a:lvl6pPr>
            <a:lvl7pPr>
              <a:buNone/>
              <a:defRPr sz="2100" b="0">
                <a:solidFill>
                  <a:srgbClr val="172B43"/>
                </a:solidFill>
                <a:latin typeface="Consolas"/>
                <a:ea typeface="Consolas"/>
                <a:cs typeface="Consolas"/>
              </a:defRPr>
            </a:lvl7pPr>
            <a:lvl8pPr>
              <a:buNone/>
              <a:defRPr sz="2100" b="0">
                <a:solidFill>
                  <a:srgbClr val="172B43"/>
                </a:solidFill>
                <a:latin typeface="Consolas"/>
                <a:ea typeface="Consolas"/>
                <a:cs typeface="Consolas"/>
              </a:defRPr>
            </a:lvl8pPr>
            <a:lvl9pPr>
              <a:buNone/>
              <a:defRPr sz="2100" b="0">
                <a:solidFill>
                  <a:srgbClr val="172B43"/>
                </a:solidFill>
                <a:latin typeface="Consolas"/>
                <a:ea typeface="Consolas"/>
                <a:cs typeface="Consolas"/>
              </a:defRPr>
            </a:lvl9pPr>
          </a:lstStyle>
          <a:p>
            <a:pPr>
              <a:buNone/>
              <a:defRPr sz="2325" b="0">
                <a:solidFill>
                  <a:srgbClr val="172B43"/>
                </a:solidFill>
                <a:latin typeface="Consolas"/>
                <a:ea typeface="Consolas"/>
                <a:cs typeface="Consolas"/>
              </a:defRPr>
            </a:pPr>
            <a:r>
              <a:rPr sz="2100" b="0">
                <a:solidFill>
                  <a:srgbClr val="172B43"/>
                </a:solidFill>
                <a:latin typeface="Consolas"/>
                <a:ea typeface="Consolas"/>
                <a:cs typeface="Consolas"/>
              </a:rPr>
              <a:t>var first = new Logger("First");</a:t>
            </a:r>
          </a:p>
          <a:p>
            <a:pPr>
              <a:buNone/>
              <a:defRPr sz="2325" b="0">
                <a:solidFill>
                  <a:srgbClr val="172B43"/>
                </a:solidFill>
                <a:latin typeface="Consolas"/>
                <a:ea typeface="Consolas"/>
                <a:cs typeface="Consolas"/>
              </a:defRPr>
            </a:pPr>
            <a:r>
              <a:rPr sz="2100" b="0">
                <a:solidFill>
                  <a:srgbClr val="172B43"/>
                </a:solidFill>
                <a:latin typeface="Consolas"/>
                <a:ea typeface="Consolas"/>
                <a:cs typeface="Consolas"/>
              </a:rPr>
              <a:t>var second = new Logger("Second");</a:t>
            </a:r>
          </a:p>
        </p:txBody>
      </p:sp>
      <p:sp>
        <p:nvSpPr>
          <p:cNvPr id="5" name="Прямоугольник 4">
            <a:extLst>
              <a:ext uri="{FF2B5EF4-FFF2-40B4-BE49-F238E27FC236}">
                <a16:creationId xmlns:a16="http://schemas.microsoft.com/office/drawing/2014/main" id="{799F2D88-A058-4A74-8166-FA73E56EFF77}"/>
              </a:ext>
            </a:extLst>
          </p:cNvPr>
          <p:cNvSpPr>
            <a:spLocks noGrp="1"/>
          </p:cNvSpPr>
          <p:nvPr/>
        </p:nvSpPr>
        <p:spPr>
          <a:xfrm>
            <a:off x="723900" y="4019550"/>
            <a:ext cx="6762750" cy="571500"/>
          </a:xfrm>
          <a:prstGeom prst="rect">
            <a:avLst/>
          </a:prstGeom>
          <a:noFill/>
          <a:ln w="0">
            <a:noFill/>
          </a:ln>
        </p:spPr>
        <p:txBody>
          <a:bodyPr/>
          <a:lstStyle>
            <a:defPPr>
              <a:defRPr sz="2175" b="1">
                <a:solidFill>
                  <a:srgbClr val="215ED7"/>
                </a:solidFill>
                <a:latin typeface="Calibri"/>
                <a:ea typeface="Calibri"/>
                <a:cs typeface="Calibri"/>
              </a:defRPr>
            </a:defPPr>
            <a:lvl1pPr>
              <a:buNone/>
              <a:defRPr sz="2175" b="1">
                <a:solidFill>
                  <a:srgbClr val="215ED7"/>
                </a:solidFill>
                <a:latin typeface="Calibri"/>
                <a:ea typeface="Calibri"/>
                <a:cs typeface="Calibri"/>
              </a:defRPr>
            </a:lvl1pPr>
            <a:lvl2pPr>
              <a:buNone/>
              <a:defRPr sz="2175" b="1">
                <a:solidFill>
                  <a:srgbClr val="215ED7"/>
                </a:solidFill>
                <a:latin typeface="Calibri"/>
                <a:ea typeface="Calibri"/>
                <a:cs typeface="Calibri"/>
              </a:defRPr>
            </a:lvl2pPr>
            <a:lvl3pPr>
              <a:buNone/>
              <a:defRPr sz="2175" b="1">
                <a:solidFill>
                  <a:srgbClr val="215ED7"/>
                </a:solidFill>
                <a:latin typeface="Calibri"/>
                <a:ea typeface="Calibri"/>
                <a:cs typeface="Calibri"/>
              </a:defRPr>
            </a:lvl3pPr>
            <a:lvl4pPr>
              <a:buNone/>
              <a:defRPr sz="2175" b="1">
                <a:solidFill>
                  <a:srgbClr val="215ED7"/>
                </a:solidFill>
                <a:latin typeface="Calibri"/>
                <a:ea typeface="Calibri"/>
                <a:cs typeface="Calibri"/>
              </a:defRPr>
            </a:lvl4pPr>
            <a:lvl5pPr>
              <a:buNone/>
              <a:defRPr sz="2175" b="1">
                <a:solidFill>
                  <a:srgbClr val="215ED7"/>
                </a:solidFill>
                <a:latin typeface="Calibri"/>
                <a:ea typeface="Calibri"/>
                <a:cs typeface="Calibri"/>
              </a:defRPr>
            </a:lvl5pPr>
            <a:lvl6pPr>
              <a:buNone/>
              <a:defRPr sz="2175" b="1">
                <a:solidFill>
                  <a:srgbClr val="215ED7"/>
                </a:solidFill>
                <a:latin typeface="Calibri"/>
                <a:ea typeface="Calibri"/>
                <a:cs typeface="Calibri"/>
              </a:defRPr>
            </a:lvl6pPr>
            <a:lvl7pPr>
              <a:buNone/>
              <a:defRPr sz="2175" b="1">
                <a:solidFill>
                  <a:srgbClr val="215ED7"/>
                </a:solidFill>
                <a:latin typeface="Calibri"/>
                <a:ea typeface="Calibri"/>
                <a:cs typeface="Calibri"/>
              </a:defRPr>
            </a:lvl7pPr>
            <a:lvl8pPr>
              <a:buNone/>
              <a:defRPr sz="2175" b="1">
                <a:solidFill>
                  <a:srgbClr val="215ED7"/>
                </a:solidFill>
                <a:latin typeface="Calibri"/>
                <a:ea typeface="Calibri"/>
                <a:cs typeface="Calibri"/>
              </a:defRPr>
            </a:lvl8pPr>
            <a:lvl9pPr>
              <a:buNone/>
              <a:defRPr sz="2175" b="1">
                <a:solidFill>
                  <a:srgbClr val="215ED7"/>
                </a:solidFill>
                <a:latin typeface="Calibri"/>
                <a:ea typeface="Calibri"/>
                <a:cs typeface="Calibri"/>
              </a:defRPr>
            </a:lvl9pPr>
          </a:lstStyle>
          <a:p>
            <a:pPr>
              <a:buNone/>
              <a:defRPr sz="2325" b="1">
                <a:solidFill>
                  <a:srgbClr val="215ED7"/>
                </a:solidFill>
                <a:latin typeface="Calibri"/>
                <a:ea typeface="Calibri"/>
                <a:cs typeface="Calibri"/>
              </a:defRPr>
            </a:pPr>
            <a:r>
              <a:rPr sz="2175" b="1">
                <a:solidFill>
                  <a:srgbClr val="215ED7"/>
                </a:solidFill>
                <a:latin typeface="Calibri"/>
                <a:ea typeface="Calibri"/>
                <a:cs typeface="Calibri"/>
              </a:rPr>
              <a:t>Both objects share Level and Format</a:t>
            </a:r>
          </a:p>
        </p:txBody>
      </p:sp>
      <p:sp>
        <p:nvSpPr>
          <p:cNvPr id="6" name="Прямоугольник 5">
            <a:extLst>
              <a:ext uri="{FF2B5EF4-FFF2-40B4-BE49-F238E27FC236}">
                <a16:creationId xmlns:a16="http://schemas.microsoft.com/office/drawing/2014/main" id="{73711A96-F95C-4DEA-8579-410ADA78249E}"/>
              </a:ext>
            </a:extLst>
          </p:cNvPr>
          <p:cNvSpPr>
            <a:spLocks noGrp="1"/>
          </p:cNvSpPr>
          <p:nvPr/>
        </p:nvSpPr>
        <p:spPr>
          <a:xfrm>
            <a:off x="723900" y="4743450"/>
            <a:ext cx="6762750" cy="1047750"/>
          </a:xfrm>
          <a:prstGeom prst="rect">
            <a:avLst/>
          </a:prstGeom>
          <a:noFill/>
          <a:ln w="0">
            <a:noFill/>
          </a:ln>
        </p:spPr>
        <p:txBody>
          <a:bodyPr/>
          <a:lstStyle>
            <a:defPPr>
              <a:defRPr sz="2100" b="0">
                <a:solidFill>
                  <a:srgbClr val="172B43"/>
                </a:solidFill>
                <a:latin typeface="Consolas"/>
                <a:ea typeface="Consolas"/>
                <a:cs typeface="Consolas"/>
              </a:defRPr>
            </a:defPPr>
            <a:lvl1pPr>
              <a:buNone/>
              <a:defRPr sz="2100" b="0">
                <a:solidFill>
                  <a:srgbClr val="172B43"/>
                </a:solidFill>
                <a:latin typeface="Consolas"/>
                <a:ea typeface="Consolas"/>
                <a:cs typeface="Consolas"/>
              </a:defRPr>
            </a:lvl1pPr>
            <a:lvl2pPr>
              <a:buNone/>
              <a:defRPr sz="2100" b="0">
                <a:solidFill>
                  <a:srgbClr val="172B43"/>
                </a:solidFill>
                <a:latin typeface="Consolas"/>
                <a:ea typeface="Consolas"/>
                <a:cs typeface="Consolas"/>
              </a:defRPr>
            </a:lvl2pPr>
            <a:lvl3pPr>
              <a:buNone/>
              <a:defRPr sz="2100" b="0">
                <a:solidFill>
                  <a:srgbClr val="172B43"/>
                </a:solidFill>
                <a:latin typeface="Consolas"/>
                <a:ea typeface="Consolas"/>
                <a:cs typeface="Consolas"/>
              </a:defRPr>
            </a:lvl3pPr>
            <a:lvl4pPr>
              <a:buNone/>
              <a:defRPr sz="2100" b="0">
                <a:solidFill>
                  <a:srgbClr val="172B43"/>
                </a:solidFill>
                <a:latin typeface="Consolas"/>
                <a:ea typeface="Consolas"/>
                <a:cs typeface="Consolas"/>
              </a:defRPr>
            </a:lvl4pPr>
            <a:lvl5pPr>
              <a:buNone/>
              <a:defRPr sz="2100" b="0">
                <a:solidFill>
                  <a:srgbClr val="172B43"/>
                </a:solidFill>
                <a:latin typeface="Consolas"/>
                <a:ea typeface="Consolas"/>
                <a:cs typeface="Consolas"/>
              </a:defRPr>
            </a:lvl5pPr>
            <a:lvl6pPr>
              <a:buNone/>
              <a:defRPr sz="2100" b="0">
                <a:solidFill>
                  <a:srgbClr val="172B43"/>
                </a:solidFill>
                <a:latin typeface="Consolas"/>
                <a:ea typeface="Consolas"/>
                <a:cs typeface="Consolas"/>
              </a:defRPr>
            </a:lvl6pPr>
            <a:lvl7pPr>
              <a:buNone/>
              <a:defRPr sz="2100" b="0">
                <a:solidFill>
                  <a:srgbClr val="172B43"/>
                </a:solidFill>
                <a:latin typeface="Consolas"/>
                <a:ea typeface="Consolas"/>
                <a:cs typeface="Consolas"/>
              </a:defRPr>
            </a:lvl7pPr>
            <a:lvl8pPr>
              <a:buNone/>
              <a:defRPr sz="2100" b="0">
                <a:solidFill>
                  <a:srgbClr val="172B43"/>
                </a:solidFill>
                <a:latin typeface="Consolas"/>
                <a:ea typeface="Consolas"/>
                <a:cs typeface="Consolas"/>
              </a:defRPr>
            </a:lvl8pPr>
            <a:lvl9pPr>
              <a:buNone/>
              <a:defRPr sz="2100" b="0">
                <a:solidFill>
                  <a:srgbClr val="172B43"/>
                </a:solidFill>
                <a:latin typeface="Consolas"/>
                <a:ea typeface="Consolas"/>
                <a:cs typeface="Consolas"/>
              </a:defRPr>
            </a:lvl9pPr>
          </a:lstStyle>
          <a:p>
            <a:pPr>
              <a:buNone/>
              <a:defRPr sz="2325" b="0">
                <a:solidFill>
                  <a:srgbClr val="172B43"/>
                </a:solidFill>
                <a:latin typeface="Consolas"/>
                <a:ea typeface="Consolas"/>
                <a:cs typeface="Consolas"/>
              </a:defRPr>
            </a:pPr>
            <a:r>
              <a:rPr sz="2100" b="0">
                <a:solidFill>
                  <a:srgbClr val="172B43"/>
                </a:solidFill>
                <a:latin typeface="Consolas"/>
                <a:ea typeface="Consolas"/>
                <a:cs typeface="Consolas"/>
              </a:rPr>
              <a:t>Logger.SetLevel(LogLevel.WARN);</a:t>
            </a:r>
          </a:p>
          <a:p>
            <a:pPr>
              <a:buNone/>
              <a:defRPr sz="2325" b="0">
                <a:solidFill>
                  <a:srgbClr val="172B43"/>
                </a:solidFill>
                <a:latin typeface="Consolas"/>
                <a:ea typeface="Consolas"/>
                <a:cs typeface="Consolas"/>
              </a:defRPr>
            </a:pPr>
            <a:r>
              <a:rPr sz="2100" b="0">
                <a:solidFill>
                  <a:srgbClr val="172B43"/>
                </a:solidFill>
                <a:latin typeface="Consolas"/>
                <a:ea typeface="Consolas"/>
                <a:cs typeface="Consolas"/>
              </a:rPr>
              <a:t>Logger.SetFormat("[%l] %n: %m");</a:t>
            </a:r>
          </a:p>
        </p:txBody>
      </p:sp>
      <p:pic>
        <p:nvPicPr>
          <p:cNvPr id="7" name="Рисунок 6">
            <a:extLst>
              <a:ext uri="{FF2B5EF4-FFF2-40B4-BE49-F238E27FC236}">
                <a16:creationId xmlns:a16="http://schemas.microsoft.com/office/drawing/2014/main" id="{B4BD742C-1E9B-49F2-9D2A-FA64FB0E78CD}"/>
              </a:ext>
            </a:extLst>
          </p:cNvPr>
          <p:cNvPicPr>
            <a:picLocks noChangeAspect="1"/>
          </p:cNvPicPr>
          <p:nvPr/>
        </p:nvPicPr>
        <p:blipFill>
          <a:blip r:embed="rId3"/>
          <a:srcRect t="16227" b="16227"/>
          <a:stretch>
            <a:fillRect/>
          </a:stretch>
        </p:blipFill>
        <p:spPr>
          <a:xfrm>
            <a:off x="7399867" y="1143000"/>
            <a:ext cx="3996266" cy="4572000"/>
          </a:xfrm>
          <a:prstGeom prst="rect">
            <a:avLst/>
          </a:prstGeom>
          <a:ln>
            <a:noFill/>
          </a:ln>
          <a:effectLst>
            <a:outerShdw blurRad="190500" algn="tl" rotWithShape="0">
              <a:srgbClr val="000000">
                <a:alpha val="70000"/>
              </a:srgbClr>
            </a:outerShdw>
          </a:effectLst>
        </p:spPr>
      </p:pic>
      <p:sp>
        <p:nvSpPr>
          <p:cNvPr id="8" name="Прямоугольник 7">
            <a:extLst>
              <a:ext uri="{FF2B5EF4-FFF2-40B4-BE49-F238E27FC236}">
                <a16:creationId xmlns:a16="http://schemas.microsoft.com/office/drawing/2014/main" id="{7BBF0792-6211-44F9-A51F-5F44162A1732}"/>
              </a:ext>
            </a:extLst>
          </p:cNvPr>
          <p:cNvSpPr>
            <a:spLocks noGrp="1"/>
          </p:cNvSpPr>
          <p:nvPr/>
        </p:nvSpPr>
        <p:spPr>
          <a:xfrm>
            <a:off x="7858125" y="5905500"/>
            <a:ext cx="3810000" cy="476250"/>
          </a:xfrm>
          <a:prstGeom prst="rect">
            <a:avLst/>
          </a:prstGeom>
          <a:noFill/>
          <a:ln w="0">
            <a:noFill/>
          </a:ln>
        </p:spPr>
        <p:txBody>
          <a:bodyPr/>
          <a:lstStyle>
            <a:defPPr>
              <a:defRPr sz="1950" b="1">
                <a:solidFill>
                  <a:srgbClr val="215ED7"/>
                </a:solidFill>
                <a:latin typeface="Calibri"/>
                <a:ea typeface="Calibri"/>
                <a:cs typeface="Calibri"/>
              </a:defRPr>
            </a:defPPr>
            <a:lvl1pPr>
              <a:buNone/>
              <a:defRPr sz="1950" b="1">
                <a:solidFill>
                  <a:srgbClr val="215ED7"/>
                </a:solidFill>
                <a:latin typeface="Calibri"/>
                <a:ea typeface="Calibri"/>
                <a:cs typeface="Calibri"/>
              </a:defRPr>
            </a:lvl1pPr>
            <a:lvl2pPr>
              <a:buNone/>
              <a:defRPr sz="1950" b="1">
                <a:solidFill>
                  <a:srgbClr val="215ED7"/>
                </a:solidFill>
                <a:latin typeface="Calibri"/>
                <a:ea typeface="Calibri"/>
                <a:cs typeface="Calibri"/>
              </a:defRPr>
            </a:lvl2pPr>
            <a:lvl3pPr>
              <a:buNone/>
              <a:defRPr sz="1950" b="1">
                <a:solidFill>
                  <a:srgbClr val="215ED7"/>
                </a:solidFill>
                <a:latin typeface="Calibri"/>
                <a:ea typeface="Calibri"/>
                <a:cs typeface="Calibri"/>
              </a:defRPr>
            </a:lvl3pPr>
            <a:lvl4pPr>
              <a:buNone/>
              <a:defRPr sz="1950" b="1">
                <a:solidFill>
                  <a:srgbClr val="215ED7"/>
                </a:solidFill>
                <a:latin typeface="Calibri"/>
                <a:ea typeface="Calibri"/>
                <a:cs typeface="Calibri"/>
              </a:defRPr>
            </a:lvl4pPr>
            <a:lvl5pPr>
              <a:buNone/>
              <a:defRPr sz="1950" b="1">
                <a:solidFill>
                  <a:srgbClr val="215ED7"/>
                </a:solidFill>
                <a:latin typeface="Calibri"/>
                <a:ea typeface="Calibri"/>
                <a:cs typeface="Calibri"/>
              </a:defRPr>
            </a:lvl5pPr>
            <a:lvl6pPr>
              <a:buNone/>
              <a:defRPr sz="1950" b="1">
                <a:solidFill>
                  <a:srgbClr val="215ED7"/>
                </a:solidFill>
                <a:latin typeface="Calibri"/>
                <a:ea typeface="Calibri"/>
                <a:cs typeface="Calibri"/>
              </a:defRPr>
            </a:lvl6pPr>
            <a:lvl7pPr>
              <a:buNone/>
              <a:defRPr sz="1950" b="1">
                <a:solidFill>
                  <a:srgbClr val="215ED7"/>
                </a:solidFill>
                <a:latin typeface="Calibri"/>
                <a:ea typeface="Calibri"/>
                <a:cs typeface="Calibri"/>
              </a:defRPr>
            </a:lvl7pPr>
            <a:lvl8pPr>
              <a:buNone/>
              <a:defRPr sz="1950" b="1">
                <a:solidFill>
                  <a:srgbClr val="215ED7"/>
                </a:solidFill>
                <a:latin typeface="Calibri"/>
                <a:ea typeface="Calibri"/>
                <a:cs typeface="Calibri"/>
              </a:defRPr>
            </a:lvl8pPr>
            <a:lvl9pPr>
              <a:buNone/>
              <a:defRPr sz="1950" b="1">
                <a:solidFill>
                  <a:srgbClr val="215ED7"/>
                </a:solidFill>
                <a:latin typeface="Calibri"/>
                <a:ea typeface="Calibri"/>
                <a:cs typeface="Calibri"/>
              </a:defRPr>
            </a:lvl9pPr>
          </a:lstStyle>
          <a:p>
            <a:pPr>
              <a:buNone/>
              <a:defRPr sz="1950" b="1">
                <a:solidFill>
                  <a:srgbClr val="215ED7"/>
                </a:solidFill>
                <a:latin typeface="Calibri"/>
                <a:ea typeface="Calibri"/>
                <a:cs typeface="Calibri"/>
              </a:defRPr>
            </a:pPr>
            <a:r>
              <a:rPr sz="1950" b="1">
                <a:solidFill>
                  <a:srgbClr val="215ED7"/>
                </a:solidFill>
                <a:latin typeface="Calibri"/>
                <a:ea typeface="Calibri"/>
                <a:cs typeface="Calibri"/>
              </a:rPr>
              <a:t>Two instances. Same settings.</a:t>
            </a:r>
          </a:p>
        </p:txBody>
      </p:sp>
    </p:spTree>
    <p:extLst>
      <p:ext uri="{BB962C8B-B14F-4D97-AF65-F5344CB8AC3E}">
        <p14:creationId xmlns:p14="http://schemas.microsoft.com/office/powerpoint/2010/main" val="12626224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CE0A27C-867A-4876-8961-D14DEBFFEF19}"/>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Log level filtering</a:t>
            </a:r>
          </a:p>
        </p:txBody>
      </p:sp>
      <p:graphicFrame>
        <p:nvGraphicFramePr>
          <p:cNvPr id="3" name="Таблица 2">
            <a:extLst>
              <a:ext uri="{FF2B5EF4-FFF2-40B4-BE49-F238E27FC236}">
                <a16:creationId xmlns:a16="http://schemas.microsoft.com/office/drawing/2014/main" id="{84950243-EB81-4D4D-8CEA-F12DA521F628}"/>
              </a:ext>
            </a:extLst>
          </p:cNvPr>
          <p:cNvGraphicFramePr/>
          <p:nvPr/>
        </p:nvGraphicFramePr>
        <p:xfrm>
          <a:off x="723900" y="1762125"/>
          <a:ext cx="10744200" cy="3048000"/>
        </p:xfrm>
        <a:graphic>
          <a:graphicData uri="http://schemas.openxmlformats.org/drawingml/2006/table">
            <a:tbl>
              <a:tblPr/>
              <a:tblGrid>
                <a:gridCol w="4000500">
                  <a:extLst>
                    <a:ext uri="{9D8B030D-6E8A-4147-A177-3AD203B41FA5}">
                      <a16:colId xmlns:a16="http://schemas.microsoft.com/office/drawing/2014/main" val="20000"/>
                    </a:ext>
                  </a:extLst>
                </a:gridCol>
                <a:gridCol w="6743700">
                  <a:extLst>
                    <a:ext uri="{9D8B030D-6E8A-4147-A177-3AD203B41FA5}">
                      <a16:colId xmlns:a16="http://schemas.microsoft.com/office/drawing/2014/main" val="20001"/>
                    </a:ext>
                  </a:extLst>
                </a:gridCol>
              </a:tblGrid>
              <a:tr h="609600">
                <a:tc>
                  <a:txBody>
                    <a:bodyPr/>
                    <a:lstStyle/>
                    <a:p>
                      <a:r>
                        <a:rPr sz="1950" b="1">
                          <a:solidFill>
                            <a:srgbClr val="FFFFFF"/>
                          </a:solidFill>
                          <a:latin typeface="Calibri"/>
                          <a:ea typeface="Calibri"/>
                          <a:cs typeface="Calibri"/>
                        </a:rPr>
                        <a:t>Configured level</a:t>
                      </a:r>
                    </a:p>
                  </a:txBody>
                  <a:tcPr>
                    <a:solidFill>
                      <a:srgbClr val="14263D"/>
                    </a:solidFill>
                  </a:tcPr>
                </a:tc>
                <a:tc>
                  <a:txBody>
                    <a:bodyPr/>
                    <a:lstStyle/>
                    <a:p>
                      <a:r>
                        <a:rPr sz="1950" b="1">
                          <a:solidFill>
                            <a:srgbClr val="FFFFFF"/>
                          </a:solidFill>
                          <a:latin typeface="Calibri"/>
                          <a:ea typeface="Calibri"/>
                          <a:cs typeface="Calibri"/>
                        </a:rPr>
                        <a:t>Entries printed</a:t>
                      </a:r>
                    </a:p>
                  </a:txBody>
                  <a:tcPr>
                    <a:solidFill>
                      <a:srgbClr val="14263D"/>
                    </a:solidFill>
                  </a:tcPr>
                </a:tc>
                <a:extLst>
                  <a:ext uri="{0D108BD9-81ED-4DB2-BD59-A6C34878D82A}">
                    <a16:rowId xmlns:a16="http://schemas.microsoft.com/office/drawing/2014/main" val="10000"/>
                  </a:ext>
                </a:extLst>
              </a:tr>
              <a:tr h="609600">
                <a:tc>
                  <a:txBody>
                    <a:bodyPr/>
                    <a:lstStyle/>
                    <a:p>
                      <a:r>
                        <a:rPr sz="2025">
                          <a:solidFill>
                            <a:srgbClr val="172B43"/>
                          </a:solidFill>
                          <a:latin typeface="Calibri"/>
                          <a:ea typeface="Calibri"/>
                          <a:cs typeface="Calibri"/>
                        </a:rPr>
                        <a:t>TRACE</a:t>
                      </a:r>
                    </a:p>
                  </a:txBody>
                  <a:tcPr>
                    <a:solidFill>
                      <a:srgbClr val="FFFFFF"/>
                    </a:solidFill>
                  </a:tcPr>
                </a:tc>
                <a:tc>
                  <a:txBody>
                    <a:bodyPr/>
                    <a:lstStyle/>
                    <a:p>
                      <a:r>
                        <a:rPr sz="2025">
                          <a:solidFill>
                            <a:srgbClr val="172B43"/>
                          </a:solidFill>
                          <a:latin typeface="Calibri"/>
                          <a:ea typeface="Calibri"/>
                          <a:cs typeface="Calibri"/>
                        </a:rPr>
                        <a:t>TRACE, INFO, WARN, ERROR</a:t>
                      </a:r>
                    </a:p>
                  </a:txBody>
                  <a:tcPr>
                    <a:solidFill>
                      <a:srgbClr val="FFFFFF"/>
                    </a:solidFill>
                  </a:tcPr>
                </a:tc>
                <a:extLst>
                  <a:ext uri="{0D108BD9-81ED-4DB2-BD59-A6C34878D82A}">
                    <a16:rowId xmlns:a16="http://schemas.microsoft.com/office/drawing/2014/main" val="10001"/>
                  </a:ext>
                </a:extLst>
              </a:tr>
              <a:tr h="609600">
                <a:tc>
                  <a:txBody>
                    <a:bodyPr/>
                    <a:lstStyle/>
                    <a:p>
                      <a:r>
                        <a:rPr sz="2025">
                          <a:solidFill>
                            <a:srgbClr val="172B43"/>
                          </a:solidFill>
                          <a:latin typeface="Calibri"/>
                          <a:ea typeface="Calibri"/>
                          <a:cs typeface="Calibri"/>
                        </a:rPr>
                        <a:t>INFO</a:t>
                      </a:r>
                    </a:p>
                  </a:txBody>
                  <a:tcPr>
                    <a:solidFill>
                      <a:srgbClr val="FFFFFF"/>
                    </a:solidFill>
                  </a:tcPr>
                </a:tc>
                <a:tc>
                  <a:txBody>
                    <a:bodyPr/>
                    <a:lstStyle/>
                    <a:p>
                      <a:r>
                        <a:rPr sz="2025">
                          <a:solidFill>
                            <a:srgbClr val="172B43"/>
                          </a:solidFill>
                          <a:latin typeface="Calibri"/>
                          <a:ea typeface="Calibri"/>
                          <a:cs typeface="Calibri"/>
                        </a:rPr>
                        <a:t>INFO, WARN, ERROR</a:t>
                      </a:r>
                    </a:p>
                  </a:txBody>
                  <a:tcPr>
                    <a:solidFill>
                      <a:srgbClr val="FFFFFF"/>
                    </a:solidFill>
                  </a:tcPr>
                </a:tc>
                <a:extLst>
                  <a:ext uri="{0D108BD9-81ED-4DB2-BD59-A6C34878D82A}">
                    <a16:rowId xmlns:a16="http://schemas.microsoft.com/office/drawing/2014/main" val="10002"/>
                  </a:ext>
                </a:extLst>
              </a:tr>
              <a:tr h="609600">
                <a:tc>
                  <a:txBody>
                    <a:bodyPr/>
                    <a:lstStyle/>
                    <a:p>
                      <a:r>
                        <a:rPr sz="2025">
                          <a:solidFill>
                            <a:srgbClr val="172B43"/>
                          </a:solidFill>
                          <a:latin typeface="Calibri"/>
                          <a:ea typeface="Calibri"/>
                          <a:cs typeface="Calibri"/>
                        </a:rPr>
                        <a:t>WARN</a:t>
                      </a:r>
                    </a:p>
                  </a:txBody>
                  <a:tcPr>
                    <a:solidFill>
                      <a:srgbClr val="FFFFFF"/>
                    </a:solidFill>
                  </a:tcPr>
                </a:tc>
                <a:tc>
                  <a:txBody>
                    <a:bodyPr/>
                    <a:lstStyle/>
                    <a:p>
                      <a:r>
                        <a:rPr sz="2025">
                          <a:solidFill>
                            <a:srgbClr val="172B43"/>
                          </a:solidFill>
                          <a:latin typeface="Calibri"/>
                          <a:ea typeface="Calibri"/>
                          <a:cs typeface="Calibri"/>
                        </a:rPr>
                        <a:t>WARN, ERROR</a:t>
                      </a:r>
                    </a:p>
                  </a:txBody>
                  <a:tcPr>
                    <a:solidFill>
                      <a:srgbClr val="FFFFFF"/>
                    </a:solidFill>
                  </a:tcPr>
                </a:tc>
                <a:extLst>
                  <a:ext uri="{0D108BD9-81ED-4DB2-BD59-A6C34878D82A}">
                    <a16:rowId xmlns:a16="http://schemas.microsoft.com/office/drawing/2014/main" val="10003"/>
                  </a:ext>
                </a:extLst>
              </a:tr>
              <a:tr h="609600">
                <a:tc>
                  <a:txBody>
                    <a:bodyPr/>
                    <a:lstStyle/>
                    <a:p>
                      <a:r>
                        <a:rPr sz="2025">
                          <a:solidFill>
                            <a:srgbClr val="172B43"/>
                          </a:solidFill>
                          <a:latin typeface="Calibri"/>
                          <a:ea typeface="Calibri"/>
                          <a:cs typeface="Calibri"/>
                        </a:rPr>
                        <a:t>ERROR</a:t>
                      </a:r>
                    </a:p>
                  </a:txBody>
                  <a:tcPr>
                    <a:solidFill>
                      <a:srgbClr val="FFFFFF"/>
                    </a:solidFill>
                  </a:tcPr>
                </a:tc>
                <a:tc>
                  <a:txBody>
                    <a:bodyPr/>
                    <a:lstStyle/>
                    <a:p>
                      <a:r>
                        <a:rPr sz="2025">
                          <a:solidFill>
                            <a:srgbClr val="172B43"/>
                          </a:solidFill>
                          <a:latin typeface="Calibri"/>
                          <a:ea typeface="Calibri"/>
                          <a:cs typeface="Calibri"/>
                        </a:rPr>
                        <a:t>ERROR</a:t>
                      </a:r>
                    </a:p>
                  </a:txBody>
                  <a:tcPr>
                    <a:solidFill>
                      <a:srgbClr val="FFFFFF"/>
                    </a:solidFill>
                  </a:tcPr>
                </a:tc>
                <a:extLst>
                  <a:ext uri="{0D108BD9-81ED-4DB2-BD59-A6C34878D82A}">
                    <a16:rowId xmlns:a16="http://schemas.microsoft.com/office/drawing/2014/main" val="10004"/>
                  </a:ext>
                </a:extLst>
              </a:tr>
            </a:tbl>
          </a:graphicData>
        </a:graphic>
      </p:graphicFrame>
      <p:sp>
        <p:nvSpPr>
          <p:cNvPr id="4" name="Прямоугольник 3">
            <a:extLst>
              <a:ext uri="{FF2B5EF4-FFF2-40B4-BE49-F238E27FC236}">
                <a16:creationId xmlns:a16="http://schemas.microsoft.com/office/drawing/2014/main" id="{1BEA3A3D-F371-472E-8729-412F28CA65A6}"/>
              </a:ext>
            </a:extLst>
          </p:cNvPr>
          <p:cNvSpPr>
            <a:spLocks noGrp="1"/>
          </p:cNvSpPr>
          <p:nvPr/>
        </p:nvSpPr>
        <p:spPr>
          <a:xfrm>
            <a:off x="723900" y="5410200"/>
            <a:ext cx="10744200" cy="619125"/>
          </a:xfrm>
          <a:prstGeom prst="rect">
            <a:avLst/>
          </a:prstGeom>
          <a:noFill/>
          <a:ln w="0">
            <a:noFill/>
          </a:ln>
        </p:spPr>
        <p:txBody>
          <a:bodyPr/>
          <a:lstStyle>
            <a:defPPr>
              <a:defRPr sz="2100" b="0">
                <a:solidFill>
                  <a:srgbClr val="506177"/>
                </a:solidFill>
                <a:latin typeface="Calibri"/>
                <a:ea typeface="Calibri"/>
                <a:cs typeface="Calibri"/>
              </a:defRPr>
            </a:defPPr>
            <a:lvl1pPr>
              <a:buNone/>
              <a:defRPr sz="2100" b="0">
                <a:solidFill>
                  <a:srgbClr val="506177"/>
                </a:solidFill>
                <a:latin typeface="Calibri"/>
                <a:ea typeface="Calibri"/>
                <a:cs typeface="Calibri"/>
              </a:defRPr>
            </a:lvl1pPr>
            <a:lvl2pPr>
              <a:buNone/>
              <a:defRPr sz="2100" b="0">
                <a:solidFill>
                  <a:srgbClr val="506177"/>
                </a:solidFill>
                <a:latin typeface="Calibri"/>
                <a:ea typeface="Calibri"/>
                <a:cs typeface="Calibri"/>
              </a:defRPr>
            </a:lvl2pPr>
            <a:lvl3pPr>
              <a:buNone/>
              <a:defRPr sz="2100" b="0">
                <a:solidFill>
                  <a:srgbClr val="506177"/>
                </a:solidFill>
                <a:latin typeface="Calibri"/>
                <a:ea typeface="Calibri"/>
                <a:cs typeface="Calibri"/>
              </a:defRPr>
            </a:lvl3pPr>
            <a:lvl4pPr>
              <a:buNone/>
              <a:defRPr sz="2100" b="0">
                <a:solidFill>
                  <a:srgbClr val="506177"/>
                </a:solidFill>
                <a:latin typeface="Calibri"/>
                <a:ea typeface="Calibri"/>
                <a:cs typeface="Calibri"/>
              </a:defRPr>
            </a:lvl4pPr>
            <a:lvl5pPr>
              <a:buNone/>
              <a:defRPr sz="2100" b="0">
                <a:solidFill>
                  <a:srgbClr val="506177"/>
                </a:solidFill>
                <a:latin typeface="Calibri"/>
                <a:ea typeface="Calibri"/>
                <a:cs typeface="Calibri"/>
              </a:defRPr>
            </a:lvl5pPr>
            <a:lvl6pPr>
              <a:buNone/>
              <a:defRPr sz="2100" b="0">
                <a:solidFill>
                  <a:srgbClr val="506177"/>
                </a:solidFill>
                <a:latin typeface="Calibri"/>
                <a:ea typeface="Calibri"/>
                <a:cs typeface="Calibri"/>
              </a:defRPr>
            </a:lvl6pPr>
            <a:lvl7pPr>
              <a:buNone/>
              <a:defRPr sz="2100" b="0">
                <a:solidFill>
                  <a:srgbClr val="506177"/>
                </a:solidFill>
                <a:latin typeface="Calibri"/>
                <a:ea typeface="Calibri"/>
                <a:cs typeface="Calibri"/>
              </a:defRPr>
            </a:lvl7pPr>
            <a:lvl8pPr>
              <a:buNone/>
              <a:defRPr sz="2100" b="0">
                <a:solidFill>
                  <a:srgbClr val="506177"/>
                </a:solidFill>
                <a:latin typeface="Calibri"/>
                <a:ea typeface="Calibri"/>
                <a:cs typeface="Calibri"/>
              </a:defRPr>
            </a:lvl8pPr>
            <a:lvl9pPr>
              <a:buNone/>
              <a:defRPr sz="2100" b="0">
                <a:solidFill>
                  <a:srgbClr val="506177"/>
                </a:solidFill>
                <a:latin typeface="Calibri"/>
                <a:ea typeface="Calibri"/>
                <a:cs typeface="Calibri"/>
              </a:defRPr>
            </a:lvl9pPr>
          </a:lstStyle>
          <a:p>
            <a:pPr>
              <a:buNone/>
              <a:defRPr sz="2100" b="0">
                <a:solidFill>
                  <a:srgbClr val="506177"/>
                </a:solidFill>
                <a:latin typeface="Calibri"/>
                <a:ea typeface="Calibri"/>
                <a:cs typeface="Calibri"/>
              </a:defRPr>
            </a:pPr>
            <a:r>
              <a:rPr sz="2100" b="0">
                <a:solidFill>
                  <a:srgbClr val="506177"/>
                </a:solidFill>
                <a:latin typeface="Calibri"/>
                <a:ea typeface="Calibri"/>
                <a:cs typeface="Calibri"/>
              </a:rPr>
              <a:t>TRACE is the friend who narrates every step.</a:t>
            </a:r>
          </a:p>
        </p:txBody>
      </p:sp>
    </p:spTree>
    <p:extLst>
      <p:ext uri="{BB962C8B-B14F-4D97-AF65-F5344CB8AC3E}">
        <p14:creationId xmlns:p14="http://schemas.microsoft.com/office/powerpoint/2010/main" val="28043744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1DC7D4B-8FDD-4358-96C6-632DD4E30F7F}"/>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Message formatting</a:t>
            </a:r>
          </a:p>
        </p:txBody>
      </p:sp>
      <p:sp>
        <p:nvSpPr>
          <p:cNvPr id="3" name="Прямоугольник 2">
            <a:extLst>
              <a:ext uri="{FF2B5EF4-FFF2-40B4-BE49-F238E27FC236}">
                <a16:creationId xmlns:a16="http://schemas.microsoft.com/office/drawing/2014/main" id="{0035B9E3-B3B3-43E4-9921-8CAE2ABB0948}"/>
              </a:ext>
            </a:extLst>
          </p:cNvPr>
          <p:cNvSpPr>
            <a:spLocks noGrp="1"/>
          </p:cNvSpPr>
          <p:nvPr/>
        </p:nvSpPr>
        <p:spPr>
          <a:xfrm>
            <a:off x="723900" y="1809750"/>
            <a:ext cx="10744200" cy="1190625"/>
          </a:xfrm>
          <a:prstGeom prst="rect">
            <a:avLst/>
          </a:prstGeom>
          <a:noFill/>
          <a:ln w="0">
            <a:noFill/>
          </a:ln>
        </p:spPr>
        <p:txBody>
          <a:bodyPr/>
          <a:lstStyle>
            <a:defPPr>
              <a:defRPr sz="2700" b="0">
                <a:solidFill>
                  <a:srgbClr val="172B43"/>
                </a:solidFill>
                <a:latin typeface="Consolas"/>
                <a:ea typeface="Consolas"/>
                <a:cs typeface="Consolas"/>
              </a:defRPr>
            </a:defPPr>
            <a:lvl1pPr>
              <a:buNone/>
              <a:defRPr sz="2700" b="0">
                <a:solidFill>
                  <a:srgbClr val="172B43"/>
                </a:solidFill>
                <a:latin typeface="Consolas"/>
                <a:ea typeface="Consolas"/>
                <a:cs typeface="Consolas"/>
              </a:defRPr>
            </a:lvl1pPr>
            <a:lvl2pPr>
              <a:buNone/>
              <a:defRPr sz="2700" b="0">
                <a:solidFill>
                  <a:srgbClr val="172B43"/>
                </a:solidFill>
                <a:latin typeface="Consolas"/>
                <a:ea typeface="Consolas"/>
                <a:cs typeface="Consolas"/>
              </a:defRPr>
            </a:lvl2pPr>
            <a:lvl3pPr>
              <a:buNone/>
              <a:defRPr sz="2700" b="0">
                <a:solidFill>
                  <a:srgbClr val="172B43"/>
                </a:solidFill>
                <a:latin typeface="Consolas"/>
                <a:ea typeface="Consolas"/>
                <a:cs typeface="Consolas"/>
              </a:defRPr>
            </a:lvl3pPr>
            <a:lvl4pPr>
              <a:buNone/>
              <a:defRPr sz="2700" b="0">
                <a:solidFill>
                  <a:srgbClr val="172B43"/>
                </a:solidFill>
                <a:latin typeface="Consolas"/>
                <a:ea typeface="Consolas"/>
                <a:cs typeface="Consolas"/>
              </a:defRPr>
            </a:lvl4pPr>
            <a:lvl5pPr>
              <a:buNone/>
              <a:defRPr sz="2700" b="0">
                <a:solidFill>
                  <a:srgbClr val="172B43"/>
                </a:solidFill>
                <a:latin typeface="Consolas"/>
                <a:ea typeface="Consolas"/>
                <a:cs typeface="Consolas"/>
              </a:defRPr>
            </a:lvl5pPr>
            <a:lvl6pPr>
              <a:buNone/>
              <a:defRPr sz="2700" b="0">
                <a:solidFill>
                  <a:srgbClr val="172B43"/>
                </a:solidFill>
                <a:latin typeface="Consolas"/>
                <a:ea typeface="Consolas"/>
                <a:cs typeface="Consolas"/>
              </a:defRPr>
            </a:lvl6pPr>
            <a:lvl7pPr>
              <a:buNone/>
              <a:defRPr sz="2700" b="0">
                <a:solidFill>
                  <a:srgbClr val="172B43"/>
                </a:solidFill>
                <a:latin typeface="Consolas"/>
                <a:ea typeface="Consolas"/>
                <a:cs typeface="Consolas"/>
              </a:defRPr>
            </a:lvl7pPr>
            <a:lvl8pPr>
              <a:buNone/>
              <a:defRPr sz="2700" b="0">
                <a:solidFill>
                  <a:srgbClr val="172B43"/>
                </a:solidFill>
                <a:latin typeface="Consolas"/>
                <a:ea typeface="Consolas"/>
                <a:cs typeface="Consolas"/>
              </a:defRPr>
            </a:lvl8pPr>
            <a:lvl9pPr>
              <a:buNone/>
              <a:defRPr sz="2700" b="0">
                <a:solidFill>
                  <a:srgbClr val="172B43"/>
                </a:solidFill>
                <a:latin typeface="Consolas"/>
                <a:ea typeface="Consolas"/>
                <a:cs typeface="Consolas"/>
              </a:defRPr>
            </a:lvl9pPr>
          </a:lstStyle>
          <a:p>
            <a:pPr>
              <a:buNone/>
              <a:defRPr sz="2700" b="0">
                <a:solidFill>
                  <a:srgbClr val="172B43"/>
                </a:solidFill>
                <a:latin typeface="Consolas"/>
                <a:ea typeface="Consolas"/>
                <a:cs typeface="Consolas"/>
              </a:defRPr>
            </a:pPr>
            <a:r>
              <a:rPr sz="2700" b="0">
                <a:solidFill>
                  <a:srgbClr val="172B43"/>
                </a:solidFill>
                <a:latin typeface="Consolas"/>
                <a:ea typeface="Consolas"/>
                <a:cs typeface="Consolas"/>
              </a:rPr>
              <a:t>%t  time     %l  level</a:t>
            </a:r>
          </a:p>
          <a:p>
            <a:pPr>
              <a:buNone/>
              <a:defRPr sz="2700" b="0">
                <a:solidFill>
                  <a:srgbClr val="172B43"/>
                </a:solidFill>
                <a:latin typeface="Consolas"/>
                <a:ea typeface="Consolas"/>
                <a:cs typeface="Consolas"/>
              </a:defRPr>
            </a:pPr>
            <a:r>
              <a:rPr sz="2700" b="0">
                <a:solidFill>
                  <a:srgbClr val="172B43"/>
                </a:solidFill>
                <a:latin typeface="Consolas"/>
                <a:ea typeface="Consolas"/>
                <a:cs typeface="Consolas"/>
              </a:rPr>
              <a:t>%n  name     %m  message</a:t>
            </a:r>
          </a:p>
        </p:txBody>
      </p:sp>
      <p:sp>
        <p:nvSpPr>
          <p:cNvPr id="4" name="Прямоугольник 3">
            <a:extLst>
              <a:ext uri="{FF2B5EF4-FFF2-40B4-BE49-F238E27FC236}">
                <a16:creationId xmlns:a16="http://schemas.microsoft.com/office/drawing/2014/main" id="{6D72F3CF-BE06-44C6-A19F-51EE007AD17C}"/>
              </a:ext>
            </a:extLst>
          </p:cNvPr>
          <p:cNvSpPr>
            <a:spLocks noGrp="1"/>
          </p:cNvSpPr>
          <p:nvPr/>
        </p:nvSpPr>
        <p:spPr>
          <a:xfrm>
            <a:off x="723900" y="3381375"/>
            <a:ext cx="10744200" cy="428625"/>
          </a:xfrm>
          <a:prstGeom prst="rect">
            <a:avLst/>
          </a:prstGeom>
          <a:noFill/>
          <a:ln w="0">
            <a:noFill/>
          </a:ln>
        </p:spPr>
        <p:txBody>
          <a:bodyPr/>
          <a:lstStyle>
            <a:defPPr>
              <a:defRPr sz="2025" b="1">
                <a:solidFill>
                  <a:srgbClr val="215ED7"/>
                </a:solidFill>
                <a:latin typeface="Calibri"/>
                <a:ea typeface="Calibri"/>
                <a:cs typeface="Calibri"/>
              </a:defRPr>
            </a:defPPr>
            <a:lvl1pPr>
              <a:buNone/>
              <a:defRPr sz="2025" b="1">
                <a:solidFill>
                  <a:srgbClr val="215ED7"/>
                </a:solidFill>
                <a:latin typeface="Calibri"/>
                <a:ea typeface="Calibri"/>
                <a:cs typeface="Calibri"/>
              </a:defRPr>
            </a:lvl1pPr>
            <a:lvl2pPr>
              <a:buNone/>
              <a:defRPr sz="2025" b="1">
                <a:solidFill>
                  <a:srgbClr val="215ED7"/>
                </a:solidFill>
                <a:latin typeface="Calibri"/>
                <a:ea typeface="Calibri"/>
                <a:cs typeface="Calibri"/>
              </a:defRPr>
            </a:lvl2pPr>
            <a:lvl3pPr>
              <a:buNone/>
              <a:defRPr sz="2025" b="1">
                <a:solidFill>
                  <a:srgbClr val="215ED7"/>
                </a:solidFill>
                <a:latin typeface="Calibri"/>
                <a:ea typeface="Calibri"/>
                <a:cs typeface="Calibri"/>
              </a:defRPr>
            </a:lvl3pPr>
            <a:lvl4pPr>
              <a:buNone/>
              <a:defRPr sz="2025" b="1">
                <a:solidFill>
                  <a:srgbClr val="215ED7"/>
                </a:solidFill>
                <a:latin typeface="Calibri"/>
                <a:ea typeface="Calibri"/>
                <a:cs typeface="Calibri"/>
              </a:defRPr>
            </a:lvl4pPr>
            <a:lvl5pPr>
              <a:buNone/>
              <a:defRPr sz="2025" b="1">
                <a:solidFill>
                  <a:srgbClr val="215ED7"/>
                </a:solidFill>
                <a:latin typeface="Calibri"/>
                <a:ea typeface="Calibri"/>
                <a:cs typeface="Calibri"/>
              </a:defRPr>
            </a:lvl5pPr>
            <a:lvl6pPr>
              <a:buNone/>
              <a:defRPr sz="2025" b="1">
                <a:solidFill>
                  <a:srgbClr val="215ED7"/>
                </a:solidFill>
                <a:latin typeface="Calibri"/>
                <a:ea typeface="Calibri"/>
                <a:cs typeface="Calibri"/>
              </a:defRPr>
            </a:lvl6pPr>
            <a:lvl7pPr>
              <a:buNone/>
              <a:defRPr sz="2025" b="1">
                <a:solidFill>
                  <a:srgbClr val="215ED7"/>
                </a:solidFill>
                <a:latin typeface="Calibri"/>
                <a:ea typeface="Calibri"/>
                <a:cs typeface="Calibri"/>
              </a:defRPr>
            </a:lvl7pPr>
            <a:lvl8pPr>
              <a:buNone/>
              <a:defRPr sz="2025" b="1">
                <a:solidFill>
                  <a:srgbClr val="215ED7"/>
                </a:solidFill>
                <a:latin typeface="Calibri"/>
                <a:ea typeface="Calibri"/>
                <a:cs typeface="Calibri"/>
              </a:defRPr>
            </a:lvl8pPr>
            <a:lvl9pPr>
              <a:buNone/>
              <a:defRPr sz="2025" b="1">
                <a:solidFill>
                  <a:srgbClr val="215ED7"/>
                </a:solidFill>
                <a:latin typeface="Calibri"/>
                <a:ea typeface="Calibri"/>
                <a:cs typeface="Calibri"/>
              </a:defRPr>
            </a:lvl9pPr>
          </a:lstStyle>
          <a:p>
            <a:pPr>
              <a:buNone/>
              <a:defRPr sz="2025" b="1">
                <a:solidFill>
                  <a:srgbClr val="215ED7"/>
                </a:solidFill>
                <a:latin typeface="Calibri"/>
                <a:ea typeface="Calibri"/>
                <a:cs typeface="Calibri"/>
              </a:defRPr>
            </a:pPr>
            <a:r>
              <a:rPr sz="2025" b="1">
                <a:solidFill>
                  <a:srgbClr val="215ED7"/>
                </a:solidFill>
                <a:latin typeface="Calibri"/>
                <a:ea typeface="Calibri"/>
                <a:cs typeface="Calibri"/>
              </a:rPr>
              <a:t>Template</a:t>
            </a:r>
          </a:p>
        </p:txBody>
      </p:sp>
      <p:sp>
        <p:nvSpPr>
          <p:cNvPr id="5" name="Прямоугольник 4">
            <a:extLst>
              <a:ext uri="{FF2B5EF4-FFF2-40B4-BE49-F238E27FC236}">
                <a16:creationId xmlns:a16="http://schemas.microsoft.com/office/drawing/2014/main" id="{F693703A-AB76-4B79-93C4-6B886FA84726}"/>
              </a:ext>
            </a:extLst>
          </p:cNvPr>
          <p:cNvSpPr>
            <a:spLocks noGrp="1"/>
          </p:cNvSpPr>
          <p:nvPr/>
        </p:nvSpPr>
        <p:spPr>
          <a:xfrm>
            <a:off x="723900" y="3876675"/>
            <a:ext cx="10744200" cy="523875"/>
          </a:xfrm>
          <a:prstGeom prst="rect">
            <a:avLst/>
          </a:prstGeom>
          <a:noFill/>
          <a:ln w="0">
            <a:noFill/>
          </a:ln>
        </p:spPr>
        <p:txBody>
          <a:bodyPr/>
          <a:lstStyle>
            <a:defPPr>
              <a:defRPr sz="2700" b="0">
                <a:solidFill>
                  <a:srgbClr val="172B43"/>
                </a:solidFill>
                <a:latin typeface="Consolas"/>
                <a:ea typeface="Consolas"/>
                <a:cs typeface="Consolas"/>
              </a:defRPr>
            </a:defPPr>
            <a:lvl1pPr>
              <a:buNone/>
              <a:defRPr sz="2700" b="0">
                <a:solidFill>
                  <a:srgbClr val="172B43"/>
                </a:solidFill>
                <a:latin typeface="Consolas"/>
                <a:ea typeface="Consolas"/>
                <a:cs typeface="Consolas"/>
              </a:defRPr>
            </a:lvl1pPr>
            <a:lvl2pPr>
              <a:buNone/>
              <a:defRPr sz="2700" b="0">
                <a:solidFill>
                  <a:srgbClr val="172B43"/>
                </a:solidFill>
                <a:latin typeface="Consolas"/>
                <a:ea typeface="Consolas"/>
                <a:cs typeface="Consolas"/>
              </a:defRPr>
            </a:lvl2pPr>
            <a:lvl3pPr>
              <a:buNone/>
              <a:defRPr sz="2700" b="0">
                <a:solidFill>
                  <a:srgbClr val="172B43"/>
                </a:solidFill>
                <a:latin typeface="Consolas"/>
                <a:ea typeface="Consolas"/>
                <a:cs typeface="Consolas"/>
              </a:defRPr>
            </a:lvl3pPr>
            <a:lvl4pPr>
              <a:buNone/>
              <a:defRPr sz="2700" b="0">
                <a:solidFill>
                  <a:srgbClr val="172B43"/>
                </a:solidFill>
                <a:latin typeface="Consolas"/>
                <a:ea typeface="Consolas"/>
                <a:cs typeface="Consolas"/>
              </a:defRPr>
            </a:lvl4pPr>
            <a:lvl5pPr>
              <a:buNone/>
              <a:defRPr sz="2700" b="0">
                <a:solidFill>
                  <a:srgbClr val="172B43"/>
                </a:solidFill>
                <a:latin typeface="Consolas"/>
                <a:ea typeface="Consolas"/>
                <a:cs typeface="Consolas"/>
              </a:defRPr>
            </a:lvl5pPr>
            <a:lvl6pPr>
              <a:buNone/>
              <a:defRPr sz="2700" b="0">
                <a:solidFill>
                  <a:srgbClr val="172B43"/>
                </a:solidFill>
                <a:latin typeface="Consolas"/>
                <a:ea typeface="Consolas"/>
                <a:cs typeface="Consolas"/>
              </a:defRPr>
            </a:lvl6pPr>
            <a:lvl7pPr>
              <a:buNone/>
              <a:defRPr sz="2700" b="0">
                <a:solidFill>
                  <a:srgbClr val="172B43"/>
                </a:solidFill>
                <a:latin typeface="Consolas"/>
                <a:ea typeface="Consolas"/>
                <a:cs typeface="Consolas"/>
              </a:defRPr>
            </a:lvl7pPr>
            <a:lvl8pPr>
              <a:buNone/>
              <a:defRPr sz="2700" b="0">
                <a:solidFill>
                  <a:srgbClr val="172B43"/>
                </a:solidFill>
                <a:latin typeface="Consolas"/>
                <a:ea typeface="Consolas"/>
                <a:cs typeface="Consolas"/>
              </a:defRPr>
            </a:lvl8pPr>
            <a:lvl9pPr>
              <a:buNone/>
              <a:defRPr sz="2700" b="0">
                <a:solidFill>
                  <a:srgbClr val="172B43"/>
                </a:solidFill>
                <a:latin typeface="Consolas"/>
                <a:ea typeface="Consolas"/>
                <a:cs typeface="Consolas"/>
              </a:defRPr>
            </a:lvl9pPr>
          </a:lstStyle>
          <a:p>
            <a:pPr>
              <a:buNone/>
              <a:defRPr sz="2700" b="0">
                <a:solidFill>
                  <a:srgbClr val="172B43"/>
                </a:solidFill>
                <a:latin typeface="Consolas"/>
                <a:ea typeface="Consolas"/>
                <a:cs typeface="Consolas"/>
              </a:defRPr>
            </a:pPr>
            <a:r>
              <a:rPr sz="2700" b="0">
                <a:solidFill>
                  <a:srgbClr val="172B43"/>
                </a:solidFill>
                <a:latin typeface="Consolas"/>
                <a:ea typeface="Consolas"/>
                <a:cs typeface="Consolas"/>
              </a:rPr>
              <a:t>[%t] [%l] %n: %m</a:t>
            </a:r>
          </a:p>
        </p:txBody>
      </p:sp>
      <p:sp>
        <p:nvSpPr>
          <p:cNvPr id="6" name="Прямоугольник 5">
            <a:extLst>
              <a:ext uri="{FF2B5EF4-FFF2-40B4-BE49-F238E27FC236}">
                <a16:creationId xmlns:a16="http://schemas.microsoft.com/office/drawing/2014/main" id="{6C35FA69-492D-48AC-BF74-EB3A232D3D60}"/>
              </a:ext>
            </a:extLst>
          </p:cNvPr>
          <p:cNvSpPr>
            <a:spLocks noGrp="1"/>
          </p:cNvSpPr>
          <p:nvPr/>
        </p:nvSpPr>
        <p:spPr>
          <a:xfrm>
            <a:off x="723900" y="4810125"/>
            <a:ext cx="10744200" cy="428625"/>
          </a:xfrm>
          <a:prstGeom prst="rect">
            <a:avLst/>
          </a:prstGeom>
          <a:noFill/>
          <a:ln w="0">
            <a:noFill/>
          </a:ln>
        </p:spPr>
        <p:txBody>
          <a:bodyPr/>
          <a:lstStyle>
            <a:defPPr>
              <a:defRPr sz="2025" b="1">
                <a:solidFill>
                  <a:srgbClr val="215ED7"/>
                </a:solidFill>
                <a:latin typeface="Calibri"/>
                <a:ea typeface="Calibri"/>
                <a:cs typeface="Calibri"/>
              </a:defRPr>
            </a:defPPr>
            <a:lvl1pPr>
              <a:buNone/>
              <a:defRPr sz="2025" b="1">
                <a:solidFill>
                  <a:srgbClr val="215ED7"/>
                </a:solidFill>
                <a:latin typeface="Calibri"/>
                <a:ea typeface="Calibri"/>
                <a:cs typeface="Calibri"/>
              </a:defRPr>
            </a:lvl1pPr>
            <a:lvl2pPr>
              <a:buNone/>
              <a:defRPr sz="2025" b="1">
                <a:solidFill>
                  <a:srgbClr val="215ED7"/>
                </a:solidFill>
                <a:latin typeface="Calibri"/>
                <a:ea typeface="Calibri"/>
                <a:cs typeface="Calibri"/>
              </a:defRPr>
            </a:lvl2pPr>
            <a:lvl3pPr>
              <a:buNone/>
              <a:defRPr sz="2025" b="1">
                <a:solidFill>
                  <a:srgbClr val="215ED7"/>
                </a:solidFill>
                <a:latin typeface="Calibri"/>
                <a:ea typeface="Calibri"/>
                <a:cs typeface="Calibri"/>
              </a:defRPr>
            </a:lvl3pPr>
            <a:lvl4pPr>
              <a:buNone/>
              <a:defRPr sz="2025" b="1">
                <a:solidFill>
                  <a:srgbClr val="215ED7"/>
                </a:solidFill>
                <a:latin typeface="Calibri"/>
                <a:ea typeface="Calibri"/>
                <a:cs typeface="Calibri"/>
              </a:defRPr>
            </a:lvl4pPr>
            <a:lvl5pPr>
              <a:buNone/>
              <a:defRPr sz="2025" b="1">
                <a:solidFill>
                  <a:srgbClr val="215ED7"/>
                </a:solidFill>
                <a:latin typeface="Calibri"/>
                <a:ea typeface="Calibri"/>
                <a:cs typeface="Calibri"/>
              </a:defRPr>
            </a:lvl5pPr>
            <a:lvl6pPr>
              <a:buNone/>
              <a:defRPr sz="2025" b="1">
                <a:solidFill>
                  <a:srgbClr val="215ED7"/>
                </a:solidFill>
                <a:latin typeface="Calibri"/>
                <a:ea typeface="Calibri"/>
                <a:cs typeface="Calibri"/>
              </a:defRPr>
            </a:lvl6pPr>
            <a:lvl7pPr>
              <a:buNone/>
              <a:defRPr sz="2025" b="1">
                <a:solidFill>
                  <a:srgbClr val="215ED7"/>
                </a:solidFill>
                <a:latin typeface="Calibri"/>
                <a:ea typeface="Calibri"/>
                <a:cs typeface="Calibri"/>
              </a:defRPr>
            </a:lvl7pPr>
            <a:lvl8pPr>
              <a:buNone/>
              <a:defRPr sz="2025" b="1">
                <a:solidFill>
                  <a:srgbClr val="215ED7"/>
                </a:solidFill>
                <a:latin typeface="Calibri"/>
                <a:ea typeface="Calibri"/>
                <a:cs typeface="Calibri"/>
              </a:defRPr>
            </a:lvl8pPr>
            <a:lvl9pPr>
              <a:buNone/>
              <a:defRPr sz="2025" b="1">
                <a:solidFill>
                  <a:srgbClr val="215ED7"/>
                </a:solidFill>
                <a:latin typeface="Calibri"/>
                <a:ea typeface="Calibri"/>
                <a:cs typeface="Calibri"/>
              </a:defRPr>
            </a:lvl9pPr>
          </a:lstStyle>
          <a:p>
            <a:pPr>
              <a:buNone/>
              <a:defRPr sz="2025" b="1">
                <a:solidFill>
                  <a:srgbClr val="215ED7"/>
                </a:solidFill>
                <a:latin typeface="Calibri"/>
                <a:ea typeface="Calibri"/>
                <a:cs typeface="Calibri"/>
              </a:defRPr>
            </a:pPr>
            <a:r>
              <a:rPr sz="2025" b="1">
                <a:solidFill>
                  <a:srgbClr val="215ED7"/>
                </a:solidFill>
                <a:latin typeface="Calibri"/>
                <a:ea typeface="Calibri"/>
                <a:cs typeface="Calibri"/>
              </a:rPr>
              <a:t>Example output</a:t>
            </a:r>
          </a:p>
        </p:txBody>
      </p:sp>
      <p:sp>
        <p:nvSpPr>
          <p:cNvPr id="7" name="Прямоугольник 6">
            <a:extLst>
              <a:ext uri="{FF2B5EF4-FFF2-40B4-BE49-F238E27FC236}">
                <a16:creationId xmlns:a16="http://schemas.microsoft.com/office/drawing/2014/main" id="{A22BB87E-12A4-45CF-9D73-E25DC98D50F8}"/>
              </a:ext>
            </a:extLst>
          </p:cNvPr>
          <p:cNvSpPr>
            <a:spLocks noGrp="1"/>
          </p:cNvSpPr>
          <p:nvPr/>
        </p:nvSpPr>
        <p:spPr>
          <a:xfrm>
            <a:off x="723900" y="5286375"/>
            <a:ext cx="10744200" cy="619125"/>
          </a:xfrm>
          <a:prstGeom prst="rect">
            <a:avLst/>
          </a:prstGeom>
          <a:noFill/>
          <a:ln w="0">
            <a:noFill/>
          </a:ln>
        </p:spPr>
        <p:txBody>
          <a:bodyPr/>
          <a:lstStyle>
            <a:defPPr>
              <a:defRPr sz="2175" b="0">
                <a:solidFill>
                  <a:srgbClr val="172B43"/>
                </a:solidFill>
                <a:latin typeface="Consolas"/>
                <a:ea typeface="Consolas"/>
                <a:cs typeface="Consolas"/>
              </a:defRPr>
            </a:defPPr>
            <a:lvl1pPr>
              <a:buNone/>
              <a:defRPr sz="2175" b="0">
                <a:solidFill>
                  <a:srgbClr val="172B43"/>
                </a:solidFill>
                <a:latin typeface="Consolas"/>
                <a:ea typeface="Consolas"/>
                <a:cs typeface="Consolas"/>
              </a:defRPr>
            </a:lvl1pPr>
            <a:lvl2pPr>
              <a:buNone/>
              <a:defRPr sz="2175" b="0">
                <a:solidFill>
                  <a:srgbClr val="172B43"/>
                </a:solidFill>
                <a:latin typeface="Consolas"/>
                <a:ea typeface="Consolas"/>
                <a:cs typeface="Consolas"/>
              </a:defRPr>
            </a:lvl2pPr>
            <a:lvl3pPr>
              <a:buNone/>
              <a:defRPr sz="2175" b="0">
                <a:solidFill>
                  <a:srgbClr val="172B43"/>
                </a:solidFill>
                <a:latin typeface="Consolas"/>
                <a:ea typeface="Consolas"/>
                <a:cs typeface="Consolas"/>
              </a:defRPr>
            </a:lvl3pPr>
            <a:lvl4pPr>
              <a:buNone/>
              <a:defRPr sz="2175" b="0">
                <a:solidFill>
                  <a:srgbClr val="172B43"/>
                </a:solidFill>
                <a:latin typeface="Consolas"/>
                <a:ea typeface="Consolas"/>
                <a:cs typeface="Consolas"/>
              </a:defRPr>
            </a:lvl4pPr>
            <a:lvl5pPr>
              <a:buNone/>
              <a:defRPr sz="2175" b="0">
                <a:solidFill>
                  <a:srgbClr val="172B43"/>
                </a:solidFill>
                <a:latin typeface="Consolas"/>
                <a:ea typeface="Consolas"/>
                <a:cs typeface="Consolas"/>
              </a:defRPr>
            </a:lvl5pPr>
            <a:lvl6pPr>
              <a:buNone/>
              <a:defRPr sz="2175" b="0">
                <a:solidFill>
                  <a:srgbClr val="172B43"/>
                </a:solidFill>
                <a:latin typeface="Consolas"/>
                <a:ea typeface="Consolas"/>
                <a:cs typeface="Consolas"/>
              </a:defRPr>
            </a:lvl6pPr>
            <a:lvl7pPr>
              <a:buNone/>
              <a:defRPr sz="2175" b="0">
                <a:solidFill>
                  <a:srgbClr val="172B43"/>
                </a:solidFill>
                <a:latin typeface="Consolas"/>
                <a:ea typeface="Consolas"/>
                <a:cs typeface="Consolas"/>
              </a:defRPr>
            </a:lvl7pPr>
            <a:lvl8pPr>
              <a:buNone/>
              <a:defRPr sz="2175" b="0">
                <a:solidFill>
                  <a:srgbClr val="172B43"/>
                </a:solidFill>
                <a:latin typeface="Consolas"/>
                <a:ea typeface="Consolas"/>
                <a:cs typeface="Consolas"/>
              </a:defRPr>
            </a:lvl8pPr>
            <a:lvl9pPr>
              <a:buNone/>
              <a:defRPr sz="2175" b="0">
                <a:solidFill>
                  <a:srgbClr val="172B43"/>
                </a:solidFill>
                <a:latin typeface="Consolas"/>
                <a:ea typeface="Consolas"/>
                <a:cs typeface="Consolas"/>
              </a:defRPr>
            </a:lvl9pPr>
          </a:lstStyle>
          <a:p>
            <a:pPr>
              <a:buNone/>
              <a:defRPr sz="2175" b="0">
                <a:solidFill>
                  <a:srgbClr val="172B43"/>
                </a:solidFill>
                <a:latin typeface="Consolas"/>
                <a:ea typeface="Consolas"/>
                <a:cs typeface="Consolas"/>
              </a:defRPr>
            </a:pPr>
            <a:r>
              <a:rPr sz="2175" b="0">
                <a:solidFill>
                  <a:srgbClr val="172B43"/>
                </a:solidFill>
                <a:latin typeface="Consolas"/>
                <a:ea typeface="Consolas"/>
                <a:cs typeface="Consolas"/>
              </a:rPr>
              <a:t>[14:30:25] [INFO] Parentheses: Valid input</a:t>
            </a:r>
          </a:p>
        </p:txBody>
      </p:sp>
    </p:spTree>
    <p:extLst>
      <p:ext uri="{BB962C8B-B14F-4D97-AF65-F5344CB8AC3E}">
        <p14:creationId xmlns:p14="http://schemas.microsoft.com/office/powerpoint/2010/main" val="369444507"/>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D261AE1-C458-4171-8F3A-A8166CBC8254}"/>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The parentheses counter</a:t>
            </a:r>
          </a:p>
        </p:txBody>
      </p:sp>
      <p:graphicFrame>
        <p:nvGraphicFramePr>
          <p:cNvPr id="3" name="Таблица 2">
            <a:extLst>
              <a:ext uri="{FF2B5EF4-FFF2-40B4-BE49-F238E27FC236}">
                <a16:creationId xmlns:a16="http://schemas.microsoft.com/office/drawing/2014/main" id="{C4023DD1-B205-42FE-B918-CD31F7F7455A}"/>
              </a:ext>
            </a:extLst>
          </p:cNvPr>
          <p:cNvGraphicFramePr/>
          <p:nvPr/>
        </p:nvGraphicFramePr>
        <p:xfrm>
          <a:off x="723900" y="1714500"/>
          <a:ext cx="10744200" cy="3048000"/>
        </p:xfrm>
        <a:graphic>
          <a:graphicData uri="http://schemas.openxmlformats.org/drawingml/2006/table">
            <a:tbl>
              <a:tblPr/>
              <a:tblGrid>
                <a:gridCol w="4762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609600">
                <a:tc>
                  <a:txBody>
                    <a:bodyPr/>
                    <a:lstStyle/>
                    <a:p>
                      <a:r>
                        <a:rPr sz="1950" b="1">
                          <a:solidFill>
                            <a:srgbClr val="FFFFFF"/>
                          </a:solidFill>
                          <a:latin typeface="Calibri"/>
                          <a:ea typeface="Calibri"/>
                          <a:cs typeface="Calibri"/>
                        </a:rPr>
                        <a:t>Input prefix</a:t>
                      </a:r>
                    </a:p>
                  </a:txBody>
                  <a:tcPr>
                    <a:solidFill>
                      <a:srgbClr val="14263D"/>
                    </a:solidFill>
                  </a:tcPr>
                </a:tc>
                <a:tc>
                  <a:txBody>
                    <a:bodyPr/>
                    <a:lstStyle/>
                    <a:p>
                      <a:r>
                        <a:rPr sz="1950" b="1">
                          <a:solidFill>
                            <a:srgbClr val="FFFFFF"/>
                          </a:solidFill>
                          <a:latin typeface="Calibri"/>
                          <a:ea typeface="Calibri"/>
                          <a:cs typeface="Calibri"/>
                        </a:rPr>
                        <a:t>Symbol read</a:t>
                      </a:r>
                    </a:p>
                  </a:txBody>
                  <a:tcPr>
                    <a:solidFill>
                      <a:srgbClr val="14263D"/>
                    </a:solidFill>
                  </a:tcPr>
                </a:tc>
                <a:tc>
                  <a:txBody>
                    <a:bodyPr/>
                    <a:lstStyle/>
                    <a:p>
                      <a:r>
                        <a:rPr sz="1950" b="1">
                          <a:solidFill>
                            <a:srgbClr val="FFFFFF"/>
                          </a:solidFill>
                          <a:latin typeface="Calibri"/>
                          <a:ea typeface="Calibri"/>
                          <a:cs typeface="Calibri"/>
                        </a:rPr>
                        <a:t>openCount</a:t>
                      </a:r>
                    </a:p>
                  </a:txBody>
                  <a:tcPr>
                    <a:solidFill>
                      <a:srgbClr val="14263D"/>
                    </a:solidFill>
                  </a:tcPr>
                </a:tc>
                <a:extLst>
                  <a:ext uri="{0D108BD9-81ED-4DB2-BD59-A6C34878D82A}">
                    <a16:rowId xmlns:a16="http://schemas.microsoft.com/office/drawing/2014/main" val="10000"/>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1</a:t>
                      </a:r>
                    </a:p>
                  </a:txBody>
                  <a:tcPr>
                    <a:solidFill>
                      <a:srgbClr val="FFFFFF"/>
                    </a:solidFill>
                  </a:tcPr>
                </a:tc>
                <a:extLst>
                  <a:ext uri="{0D108BD9-81ED-4DB2-BD59-A6C34878D82A}">
                    <a16:rowId xmlns:a16="http://schemas.microsoft.com/office/drawing/2014/main" val="10001"/>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2</a:t>
                      </a:r>
                    </a:p>
                  </a:txBody>
                  <a:tcPr>
                    <a:solidFill>
                      <a:srgbClr val="FFFFFF"/>
                    </a:solidFill>
                  </a:tcPr>
                </a:tc>
                <a:extLst>
                  <a:ext uri="{0D108BD9-81ED-4DB2-BD59-A6C34878D82A}">
                    <a16:rowId xmlns:a16="http://schemas.microsoft.com/office/drawing/2014/main" val="10002"/>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1</a:t>
                      </a:r>
                    </a:p>
                  </a:txBody>
                  <a:tcPr>
                    <a:solidFill>
                      <a:srgbClr val="FFFFFF"/>
                    </a:solidFill>
                  </a:tcPr>
                </a:tc>
                <a:extLst>
                  <a:ext uri="{0D108BD9-81ED-4DB2-BD59-A6C34878D82A}">
                    <a16:rowId xmlns:a16="http://schemas.microsoft.com/office/drawing/2014/main" val="10003"/>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0</a:t>
                      </a:r>
                    </a:p>
                  </a:txBody>
                  <a:tcPr>
                    <a:solidFill>
                      <a:srgbClr val="FFFFFF"/>
                    </a:solidFill>
                  </a:tcPr>
                </a:tc>
                <a:extLst>
                  <a:ext uri="{0D108BD9-81ED-4DB2-BD59-A6C34878D82A}">
                    <a16:rowId xmlns:a16="http://schemas.microsoft.com/office/drawing/2014/main" val="10004"/>
                  </a:ext>
                </a:extLst>
              </a:tr>
            </a:tbl>
          </a:graphicData>
        </a:graphic>
      </p:graphicFrame>
      <p:sp>
        <p:nvSpPr>
          <p:cNvPr id="4" name="Прямоугольник 3">
            <a:extLst>
              <a:ext uri="{FF2B5EF4-FFF2-40B4-BE49-F238E27FC236}">
                <a16:creationId xmlns:a16="http://schemas.microsoft.com/office/drawing/2014/main" id="{800F6F5F-D5DB-44D7-87BE-999CF8EE30B8}"/>
              </a:ext>
            </a:extLst>
          </p:cNvPr>
          <p:cNvSpPr>
            <a:spLocks noGrp="1"/>
          </p:cNvSpPr>
          <p:nvPr/>
        </p:nvSpPr>
        <p:spPr>
          <a:xfrm>
            <a:off x="723900" y="5334000"/>
            <a:ext cx="10744200" cy="619125"/>
          </a:xfrm>
          <a:prstGeom prst="rect">
            <a:avLst/>
          </a:prstGeom>
          <a:noFill/>
          <a:ln w="0">
            <a:noFill/>
          </a:ln>
        </p:spPr>
        <p:txBody>
          <a:bodyPr/>
          <a:lstStyle>
            <a:defPPr>
              <a:defRPr sz="2175" b="1">
                <a:solidFill>
                  <a:srgbClr val="215ED7"/>
                </a:solidFill>
                <a:latin typeface="Calibri"/>
                <a:ea typeface="Calibri"/>
                <a:cs typeface="Calibri"/>
              </a:defRPr>
            </a:defPPr>
            <a:lvl1pPr>
              <a:buNone/>
              <a:defRPr sz="2175" b="1">
                <a:solidFill>
                  <a:srgbClr val="215ED7"/>
                </a:solidFill>
                <a:latin typeface="Calibri"/>
                <a:ea typeface="Calibri"/>
                <a:cs typeface="Calibri"/>
              </a:defRPr>
            </a:lvl1pPr>
            <a:lvl2pPr>
              <a:buNone/>
              <a:defRPr sz="2175" b="1">
                <a:solidFill>
                  <a:srgbClr val="215ED7"/>
                </a:solidFill>
                <a:latin typeface="Calibri"/>
                <a:ea typeface="Calibri"/>
                <a:cs typeface="Calibri"/>
              </a:defRPr>
            </a:lvl2pPr>
            <a:lvl3pPr>
              <a:buNone/>
              <a:defRPr sz="2175" b="1">
                <a:solidFill>
                  <a:srgbClr val="215ED7"/>
                </a:solidFill>
                <a:latin typeface="Calibri"/>
                <a:ea typeface="Calibri"/>
                <a:cs typeface="Calibri"/>
              </a:defRPr>
            </a:lvl3pPr>
            <a:lvl4pPr>
              <a:buNone/>
              <a:defRPr sz="2175" b="1">
                <a:solidFill>
                  <a:srgbClr val="215ED7"/>
                </a:solidFill>
                <a:latin typeface="Calibri"/>
                <a:ea typeface="Calibri"/>
                <a:cs typeface="Calibri"/>
              </a:defRPr>
            </a:lvl4pPr>
            <a:lvl5pPr>
              <a:buNone/>
              <a:defRPr sz="2175" b="1">
                <a:solidFill>
                  <a:srgbClr val="215ED7"/>
                </a:solidFill>
                <a:latin typeface="Calibri"/>
                <a:ea typeface="Calibri"/>
                <a:cs typeface="Calibri"/>
              </a:defRPr>
            </a:lvl5pPr>
            <a:lvl6pPr>
              <a:buNone/>
              <a:defRPr sz="2175" b="1">
                <a:solidFill>
                  <a:srgbClr val="215ED7"/>
                </a:solidFill>
                <a:latin typeface="Calibri"/>
                <a:ea typeface="Calibri"/>
                <a:cs typeface="Calibri"/>
              </a:defRPr>
            </a:lvl6pPr>
            <a:lvl7pPr>
              <a:buNone/>
              <a:defRPr sz="2175" b="1">
                <a:solidFill>
                  <a:srgbClr val="215ED7"/>
                </a:solidFill>
                <a:latin typeface="Calibri"/>
                <a:ea typeface="Calibri"/>
                <a:cs typeface="Calibri"/>
              </a:defRPr>
            </a:lvl7pPr>
            <a:lvl8pPr>
              <a:buNone/>
              <a:defRPr sz="2175" b="1">
                <a:solidFill>
                  <a:srgbClr val="215ED7"/>
                </a:solidFill>
                <a:latin typeface="Calibri"/>
                <a:ea typeface="Calibri"/>
                <a:cs typeface="Calibri"/>
              </a:defRPr>
            </a:lvl8pPr>
            <a:lvl9pPr>
              <a:buNone/>
              <a:defRPr sz="2175" b="1">
                <a:solidFill>
                  <a:srgbClr val="215ED7"/>
                </a:solidFill>
                <a:latin typeface="Calibri"/>
                <a:ea typeface="Calibri"/>
                <a:cs typeface="Calibri"/>
              </a:defRPr>
            </a:lvl9pPr>
          </a:lstStyle>
          <a:p>
            <a:pPr>
              <a:buNone/>
              <a:defRPr sz="2175" b="1">
                <a:solidFill>
                  <a:srgbClr val="215ED7"/>
                </a:solidFill>
                <a:latin typeface="Calibri"/>
                <a:ea typeface="Calibri"/>
                <a:cs typeface="Calibri"/>
              </a:defRPr>
            </a:pPr>
            <a:r>
              <a:rPr sz="2175" b="1">
                <a:solidFill>
                  <a:srgbClr val="215ED7"/>
                </a:solidFill>
                <a:latin typeface="Calibri"/>
                <a:ea typeface="Calibri"/>
                <a:cs typeface="Calibri"/>
              </a:rPr>
              <a:t>Final count 0: valid. A closing at 0 fails immediately.</a:t>
            </a:r>
          </a:p>
        </p:txBody>
      </p:sp>
    </p:spTree>
    <p:extLst>
      <p:ext uri="{BB962C8B-B14F-4D97-AF65-F5344CB8AC3E}">
        <p14:creationId xmlns:p14="http://schemas.microsoft.com/office/powerpoint/2010/main" val="5549517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57D5895-264E-4B97-B910-DCFCEA0A839B}"/>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Logging during validation</a:t>
            </a:r>
          </a:p>
        </p:txBody>
      </p:sp>
      <p:sp>
        <p:nvSpPr>
          <p:cNvPr id="3" name="Прямоугольник 2">
            <a:extLst>
              <a:ext uri="{FF2B5EF4-FFF2-40B4-BE49-F238E27FC236}">
                <a16:creationId xmlns:a16="http://schemas.microsoft.com/office/drawing/2014/main" id="{82E3ADE4-4E7F-4C85-8B9D-474EF5D528C9}"/>
              </a:ext>
            </a:extLst>
          </p:cNvPr>
          <p:cNvSpPr>
            <a:spLocks noGrp="1"/>
          </p:cNvSpPr>
          <p:nvPr/>
        </p:nvSpPr>
        <p:spPr>
          <a:xfrm>
            <a:off x="723900" y="1714500"/>
            <a:ext cx="10744200" cy="476250"/>
          </a:xfrm>
          <a:prstGeom prst="rect">
            <a:avLst/>
          </a:prstGeom>
          <a:noFill/>
          <a:ln w="0">
            <a:noFill/>
          </a:ln>
        </p:spPr>
        <p:txBody>
          <a:bodyPr/>
          <a:lstStyle>
            <a:defPPr>
              <a:defRPr sz="2400" b="1">
                <a:solidFill>
                  <a:srgbClr val="215ED7"/>
                </a:solidFill>
                <a:latin typeface="Calibri"/>
                <a:ea typeface="Calibri"/>
                <a:cs typeface="Calibri"/>
              </a:defRPr>
            </a:defPPr>
            <a:lvl1pPr>
              <a:buNone/>
              <a:defRPr sz="2400" b="1">
                <a:solidFill>
                  <a:srgbClr val="215ED7"/>
                </a:solidFill>
                <a:latin typeface="Calibri"/>
                <a:ea typeface="Calibri"/>
                <a:cs typeface="Calibri"/>
              </a:defRPr>
            </a:lvl1pPr>
            <a:lvl2pPr>
              <a:buNone/>
              <a:defRPr sz="2400" b="1">
                <a:solidFill>
                  <a:srgbClr val="215ED7"/>
                </a:solidFill>
                <a:latin typeface="Calibri"/>
                <a:ea typeface="Calibri"/>
                <a:cs typeface="Calibri"/>
              </a:defRPr>
            </a:lvl2pPr>
            <a:lvl3pPr>
              <a:buNone/>
              <a:defRPr sz="2400" b="1">
                <a:solidFill>
                  <a:srgbClr val="215ED7"/>
                </a:solidFill>
                <a:latin typeface="Calibri"/>
                <a:ea typeface="Calibri"/>
                <a:cs typeface="Calibri"/>
              </a:defRPr>
            </a:lvl3pPr>
            <a:lvl4pPr>
              <a:buNone/>
              <a:defRPr sz="2400" b="1">
                <a:solidFill>
                  <a:srgbClr val="215ED7"/>
                </a:solidFill>
                <a:latin typeface="Calibri"/>
                <a:ea typeface="Calibri"/>
                <a:cs typeface="Calibri"/>
              </a:defRPr>
            </a:lvl4pPr>
            <a:lvl5pPr>
              <a:buNone/>
              <a:defRPr sz="2400" b="1">
                <a:solidFill>
                  <a:srgbClr val="215ED7"/>
                </a:solidFill>
                <a:latin typeface="Calibri"/>
                <a:ea typeface="Calibri"/>
                <a:cs typeface="Calibri"/>
              </a:defRPr>
            </a:lvl5pPr>
            <a:lvl6pPr>
              <a:buNone/>
              <a:defRPr sz="2400" b="1">
                <a:solidFill>
                  <a:srgbClr val="215ED7"/>
                </a:solidFill>
                <a:latin typeface="Calibri"/>
                <a:ea typeface="Calibri"/>
                <a:cs typeface="Calibri"/>
              </a:defRPr>
            </a:lvl6pPr>
            <a:lvl7pPr>
              <a:buNone/>
              <a:defRPr sz="2400" b="1">
                <a:solidFill>
                  <a:srgbClr val="215ED7"/>
                </a:solidFill>
                <a:latin typeface="Calibri"/>
                <a:ea typeface="Calibri"/>
                <a:cs typeface="Calibri"/>
              </a:defRPr>
            </a:lvl7pPr>
            <a:lvl8pPr>
              <a:buNone/>
              <a:defRPr sz="2400" b="1">
                <a:solidFill>
                  <a:srgbClr val="215ED7"/>
                </a:solidFill>
                <a:latin typeface="Calibri"/>
                <a:ea typeface="Calibri"/>
                <a:cs typeface="Calibri"/>
              </a:defRPr>
            </a:lvl8pPr>
            <a:lvl9pPr>
              <a:buNone/>
              <a:defRPr sz="2400" b="1">
                <a:solidFill>
                  <a:srgbClr val="215ED7"/>
                </a:solidFill>
                <a:latin typeface="Calibri"/>
                <a:ea typeface="Calibri"/>
                <a:cs typeface="Calibri"/>
              </a:defRPr>
            </a:lvl9pPr>
          </a:lstStyle>
          <a:p>
            <a:pPr>
              <a:buNone/>
              <a:defRPr sz="2400" b="1">
                <a:solidFill>
                  <a:srgbClr val="215ED7"/>
                </a:solidFill>
                <a:latin typeface="Calibri"/>
                <a:ea typeface="Calibri"/>
                <a:cs typeface="Calibri"/>
              </a:defRPr>
            </a:pPr>
            <a:r>
              <a:rPr sz="2400" b="1">
                <a:solidFill>
                  <a:srgbClr val="215ED7"/>
                </a:solidFill>
                <a:latin typeface="Calibri"/>
                <a:ea typeface="Calibri"/>
                <a:cs typeface="Calibri"/>
              </a:rPr>
              <a:t>Input: ()</a:t>
            </a:r>
          </a:p>
        </p:txBody>
      </p:sp>
      <p:sp>
        <p:nvSpPr>
          <p:cNvPr id="4" name="Прямоугольник 3">
            <a:extLst>
              <a:ext uri="{FF2B5EF4-FFF2-40B4-BE49-F238E27FC236}">
                <a16:creationId xmlns:a16="http://schemas.microsoft.com/office/drawing/2014/main" id="{90FAE2CC-7AC2-46CA-A637-43583DF141D4}"/>
              </a:ext>
            </a:extLst>
          </p:cNvPr>
          <p:cNvSpPr>
            <a:spLocks noGrp="1"/>
          </p:cNvSpPr>
          <p:nvPr/>
        </p:nvSpPr>
        <p:spPr>
          <a:xfrm>
            <a:off x="723900" y="2381250"/>
            <a:ext cx="7143750" cy="1571625"/>
          </a:xfrm>
          <a:prstGeom prst="rect">
            <a:avLst/>
          </a:prstGeom>
          <a:noFill/>
          <a:ln w="0">
            <a:noFill/>
          </a:ln>
        </p:spPr>
        <p:txBody>
          <a:bodyPr/>
          <a:lstStyle>
            <a:defPPr>
              <a:defRPr sz="1875" b="0">
                <a:solidFill>
                  <a:srgbClr val="172B43"/>
                </a:solidFill>
                <a:latin typeface="Consolas"/>
                <a:ea typeface="Consolas"/>
                <a:cs typeface="Consolas"/>
              </a:defRPr>
            </a:defPPr>
            <a:lvl1pPr>
              <a:buNone/>
              <a:defRPr sz="1875" b="0">
                <a:solidFill>
                  <a:srgbClr val="172B43"/>
                </a:solidFill>
                <a:latin typeface="Consolas"/>
                <a:ea typeface="Consolas"/>
                <a:cs typeface="Consolas"/>
              </a:defRPr>
            </a:lvl1pPr>
            <a:lvl2pPr>
              <a:buNone/>
              <a:defRPr sz="1875" b="0">
                <a:solidFill>
                  <a:srgbClr val="172B43"/>
                </a:solidFill>
                <a:latin typeface="Consolas"/>
                <a:ea typeface="Consolas"/>
                <a:cs typeface="Consolas"/>
              </a:defRPr>
            </a:lvl2pPr>
            <a:lvl3pPr>
              <a:buNone/>
              <a:defRPr sz="1875" b="0">
                <a:solidFill>
                  <a:srgbClr val="172B43"/>
                </a:solidFill>
                <a:latin typeface="Consolas"/>
                <a:ea typeface="Consolas"/>
                <a:cs typeface="Consolas"/>
              </a:defRPr>
            </a:lvl3pPr>
            <a:lvl4pPr>
              <a:buNone/>
              <a:defRPr sz="1875" b="0">
                <a:solidFill>
                  <a:srgbClr val="172B43"/>
                </a:solidFill>
                <a:latin typeface="Consolas"/>
                <a:ea typeface="Consolas"/>
                <a:cs typeface="Consolas"/>
              </a:defRPr>
            </a:lvl4pPr>
            <a:lvl5pPr>
              <a:buNone/>
              <a:defRPr sz="1875" b="0">
                <a:solidFill>
                  <a:srgbClr val="172B43"/>
                </a:solidFill>
                <a:latin typeface="Consolas"/>
                <a:ea typeface="Consolas"/>
                <a:cs typeface="Consolas"/>
              </a:defRPr>
            </a:lvl5pPr>
            <a:lvl6pPr>
              <a:buNone/>
              <a:defRPr sz="1875" b="0">
                <a:solidFill>
                  <a:srgbClr val="172B43"/>
                </a:solidFill>
                <a:latin typeface="Consolas"/>
                <a:ea typeface="Consolas"/>
                <a:cs typeface="Consolas"/>
              </a:defRPr>
            </a:lvl6pPr>
            <a:lvl7pPr>
              <a:buNone/>
              <a:defRPr sz="1875" b="0">
                <a:solidFill>
                  <a:srgbClr val="172B43"/>
                </a:solidFill>
                <a:latin typeface="Consolas"/>
                <a:ea typeface="Consolas"/>
                <a:cs typeface="Consolas"/>
              </a:defRPr>
            </a:lvl7pPr>
            <a:lvl8pPr>
              <a:buNone/>
              <a:defRPr sz="1875" b="0">
                <a:solidFill>
                  <a:srgbClr val="172B43"/>
                </a:solidFill>
                <a:latin typeface="Consolas"/>
                <a:ea typeface="Consolas"/>
                <a:cs typeface="Consolas"/>
              </a:defRPr>
            </a:lvl8pPr>
            <a:lvl9pPr>
              <a:buNone/>
              <a:defRPr sz="1875" b="0">
                <a:solidFill>
                  <a:srgbClr val="172B43"/>
                </a:solidFill>
                <a:latin typeface="Consolas"/>
                <a:ea typeface="Consolas"/>
                <a:cs typeface="Consolas"/>
              </a:defRPr>
            </a:lvl9pPr>
          </a:lstStyle>
          <a:p>
            <a:pPr>
              <a:buNone/>
              <a:defRPr sz="2025" b="0">
                <a:solidFill>
                  <a:srgbClr val="172B43"/>
                </a:solidFill>
                <a:latin typeface="Consolas"/>
                <a:ea typeface="Consolas"/>
                <a:cs typeface="Consolas"/>
              </a:defRPr>
            </a:pPr>
            <a:r>
              <a:rPr sz="1875" b="0">
                <a:solidFill>
                  <a:srgbClr val="172B43"/>
                </a:solidFill>
                <a:latin typeface="Consolas"/>
                <a:ea typeface="Consolas"/>
                <a:cs typeface="Consolas"/>
              </a:rPr>
              <a:t>[TRACE] Opening parenthesis at index 0.</a:t>
            </a:r>
          </a:p>
          <a:p>
            <a:pPr>
              <a:buNone/>
              <a:defRPr sz="2025" b="0">
                <a:solidFill>
                  <a:srgbClr val="172B43"/>
                </a:solidFill>
                <a:latin typeface="Consolas"/>
                <a:ea typeface="Consolas"/>
                <a:cs typeface="Consolas"/>
              </a:defRPr>
            </a:pPr>
            <a:r>
              <a:rPr sz="1875" b="0">
                <a:solidFill>
                  <a:srgbClr val="172B43"/>
                </a:solidFill>
                <a:latin typeface="Consolas"/>
                <a:ea typeface="Consolas"/>
                <a:cs typeface="Consolas"/>
              </a:rPr>
              <a:t>[INFO] Matching pair at closing index 1.</a:t>
            </a:r>
          </a:p>
          <a:p>
            <a:pPr>
              <a:buNone/>
              <a:defRPr sz="2025" b="0">
                <a:solidFill>
                  <a:srgbClr val="172B43"/>
                </a:solidFill>
                <a:latin typeface="Consolas"/>
                <a:ea typeface="Consolas"/>
                <a:cs typeface="Consolas"/>
              </a:defRPr>
            </a:pPr>
            <a:r>
              <a:rPr sz="1875" b="0">
                <a:solidFill>
                  <a:srgbClr val="172B43"/>
                </a:solidFill>
                <a:latin typeface="Consolas"/>
                <a:ea typeface="Consolas"/>
                <a:cs typeface="Consolas"/>
              </a:rPr>
              <a:t>[INFO] Result for "()": true.</a:t>
            </a:r>
          </a:p>
        </p:txBody>
      </p:sp>
      <p:sp>
        <p:nvSpPr>
          <p:cNvPr id="5" name="Прямоугольник 4">
            <a:extLst>
              <a:ext uri="{FF2B5EF4-FFF2-40B4-BE49-F238E27FC236}">
                <a16:creationId xmlns:a16="http://schemas.microsoft.com/office/drawing/2014/main" id="{2D6B5922-6792-4707-8B8C-142C4BC0B998}"/>
              </a:ext>
            </a:extLst>
          </p:cNvPr>
          <p:cNvSpPr>
            <a:spLocks noGrp="1"/>
          </p:cNvSpPr>
          <p:nvPr/>
        </p:nvSpPr>
        <p:spPr>
          <a:xfrm>
            <a:off x="723900" y="4257675"/>
            <a:ext cx="10744200" cy="476250"/>
          </a:xfrm>
          <a:prstGeom prst="rect">
            <a:avLst/>
          </a:prstGeom>
          <a:noFill/>
          <a:ln w="0">
            <a:noFill/>
          </a:ln>
        </p:spPr>
        <p:txBody>
          <a:bodyPr/>
          <a:lstStyle>
            <a:defPPr>
              <a:defRPr sz="2400" b="1">
                <a:solidFill>
                  <a:srgbClr val="215ED7"/>
                </a:solidFill>
                <a:latin typeface="Calibri"/>
                <a:ea typeface="Calibri"/>
                <a:cs typeface="Calibri"/>
              </a:defRPr>
            </a:defPPr>
            <a:lvl1pPr>
              <a:buNone/>
              <a:defRPr sz="2400" b="1">
                <a:solidFill>
                  <a:srgbClr val="215ED7"/>
                </a:solidFill>
                <a:latin typeface="Calibri"/>
                <a:ea typeface="Calibri"/>
                <a:cs typeface="Calibri"/>
              </a:defRPr>
            </a:lvl1pPr>
            <a:lvl2pPr>
              <a:buNone/>
              <a:defRPr sz="2400" b="1">
                <a:solidFill>
                  <a:srgbClr val="215ED7"/>
                </a:solidFill>
                <a:latin typeface="Calibri"/>
                <a:ea typeface="Calibri"/>
                <a:cs typeface="Calibri"/>
              </a:defRPr>
            </a:lvl2pPr>
            <a:lvl3pPr>
              <a:buNone/>
              <a:defRPr sz="2400" b="1">
                <a:solidFill>
                  <a:srgbClr val="215ED7"/>
                </a:solidFill>
                <a:latin typeface="Calibri"/>
                <a:ea typeface="Calibri"/>
                <a:cs typeface="Calibri"/>
              </a:defRPr>
            </a:lvl3pPr>
            <a:lvl4pPr>
              <a:buNone/>
              <a:defRPr sz="2400" b="1">
                <a:solidFill>
                  <a:srgbClr val="215ED7"/>
                </a:solidFill>
                <a:latin typeface="Calibri"/>
                <a:ea typeface="Calibri"/>
                <a:cs typeface="Calibri"/>
              </a:defRPr>
            </a:lvl4pPr>
            <a:lvl5pPr>
              <a:buNone/>
              <a:defRPr sz="2400" b="1">
                <a:solidFill>
                  <a:srgbClr val="215ED7"/>
                </a:solidFill>
                <a:latin typeface="Calibri"/>
                <a:ea typeface="Calibri"/>
                <a:cs typeface="Calibri"/>
              </a:defRPr>
            </a:lvl5pPr>
            <a:lvl6pPr>
              <a:buNone/>
              <a:defRPr sz="2400" b="1">
                <a:solidFill>
                  <a:srgbClr val="215ED7"/>
                </a:solidFill>
                <a:latin typeface="Calibri"/>
                <a:ea typeface="Calibri"/>
                <a:cs typeface="Calibri"/>
              </a:defRPr>
            </a:lvl6pPr>
            <a:lvl7pPr>
              <a:buNone/>
              <a:defRPr sz="2400" b="1">
                <a:solidFill>
                  <a:srgbClr val="215ED7"/>
                </a:solidFill>
                <a:latin typeface="Calibri"/>
                <a:ea typeface="Calibri"/>
                <a:cs typeface="Calibri"/>
              </a:defRPr>
            </a:lvl7pPr>
            <a:lvl8pPr>
              <a:buNone/>
              <a:defRPr sz="2400" b="1">
                <a:solidFill>
                  <a:srgbClr val="215ED7"/>
                </a:solidFill>
                <a:latin typeface="Calibri"/>
                <a:ea typeface="Calibri"/>
                <a:cs typeface="Calibri"/>
              </a:defRPr>
            </a:lvl8pPr>
            <a:lvl9pPr>
              <a:buNone/>
              <a:defRPr sz="2400" b="1">
                <a:solidFill>
                  <a:srgbClr val="215ED7"/>
                </a:solidFill>
                <a:latin typeface="Calibri"/>
                <a:ea typeface="Calibri"/>
                <a:cs typeface="Calibri"/>
              </a:defRPr>
            </a:lvl9pPr>
          </a:lstStyle>
          <a:p>
            <a:pPr>
              <a:buNone/>
              <a:defRPr sz="2400" b="1">
                <a:solidFill>
                  <a:srgbClr val="215ED7"/>
                </a:solidFill>
                <a:latin typeface="Calibri"/>
                <a:ea typeface="Calibri"/>
                <a:cs typeface="Calibri"/>
              </a:defRPr>
            </a:pPr>
            <a:r>
              <a:rPr sz="2400" b="1">
                <a:solidFill>
                  <a:srgbClr val="215ED7"/>
                </a:solidFill>
                <a:latin typeface="Calibri"/>
                <a:ea typeface="Calibri"/>
                <a:cs typeface="Calibri"/>
              </a:rPr>
              <a:t>Input: )(</a:t>
            </a:r>
          </a:p>
        </p:txBody>
      </p:sp>
      <p:sp>
        <p:nvSpPr>
          <p:cNvPr id="6" name="Прямоугольник 5">
            <a:extLst>
              <a:ext uri="{FF2B5EF4-FFF2-40B4-BE49-F238E27FC236}">
                <a16:creationId xmlns:a16="http://schemas.microsoft.com/office/drawing/2014/main" id="{7132F426-4264-47DE-8CA9-4BD2B3A09169}"/>
              </a:ext>
            </a:extLst>
          </p:cNvPr>
          <p:cNvSpPr>
            <a:spLocks noGrp="1"/>
          </p:cNvSpPr>
          <p:nvPr/>
        </p:nvSpPr>
        <p:spPr>
          <a:xfrm>
            <a:off x="723900" y="4914900"/>
            <a:ext cx="7048500" cy="1047750"/>
          </a:xfrm>
          <a:prstGeom prst="rect">
            <a:avLst/>
          </a:prstGeom>
          <a:noFill/>
          <a:ln w="0">
            <a:noFill/>
          </a:ln>
        </p:spPr>
        <p:txBody>
          <a:bodyPr/>
          <a:lstStyle>
            <a:defPPr>
              <a:defRPr sz="1875" b="0">
                <a:solidFill>
                  <a:srgbClr val="172B43"/>
                </a:solidFill>
                <a:latin typeface="Consolas"/>
                <a:ea typeface="Consolas"/>
                <a:cs typeface="Consolas"/>
              </a:defRPr>
            </a:defPPr>
            <a:lvl1pPr>
              <a:buNone/>
              <a:defRPr sz="1875" b="0">
                <a:solidFill>
                  <a:srgbClr val="172B43"/>
                </a:solidFill>
                <a:latin typeface="Consolas"/>
                <a:ea typeface="Consolas"/>
                <a:cs typeface="Consolas"/>
              </a:defRPr>
            </a:lvl1pPr>
            <a:lvl2pPr>
              <a:buNone/>
              <a:defRPr sz="1875" b="0">
                <a:solidFill>
                  <a:srgbClr val="172B43"/>
                </a:solidFill>
                <a:latin typeface="Consolas"/>
                <a:ea typeface="Consolas"/>
                <a:cs typeface="Consolas"/>
              </a:defRPr>
            </a:lvl2pPr>
            <a:lvl3pPr>
              <a:buNone/>
              <a:defRPr sz="1875" b="0">
                <a:solidFill>
                  <a:srgbClr val="172B43"/>
                </a:solidFill>
                <a:latin typeface="Consolas"/>
                <a:ea typeface="Consolas"/>
                <a:cs typeface="Consolas"/>
              </a:defRPr>
            </a:lvl3pPr>
            <a:lvl4pPr>
              <a:buNone/>
              <a:defRPr sz="1875" b="0">
                <a:solidFill>
                  <a:srgbClr val="172B43"/>
                </a:solidFill>
                <a:latin typeface="Consolas"/>
                <a:ea typeface="Consolas"/>
                <a:cs typeface="Consolas"/>
              </a:defRPr>
            </a:lvl4pPr>
            <a:lvl5pPr>
              <a:buNone/>
              <a:defRPr sz="1875" b="0">
                <a:solidFill>
                  <a:srgbClr val="172B43"/>
                </a:solidFill>
                <a:latin typeface="Consolas"/>
                <a:ea typeface="Consolas"/>
                <a:cs typeface="Consolas"/>
              </a:defRPr>
            </a:lvl5pPr>
            <a:lvl6pPr>
              <a:buNone/>
              <a:defRPr sz="1875" b="0">
                <a:solidFill>
                  <a:srgbClr val="172B43"/>
                </a:solidFill>
                <a:latin typeface="Consolas"/>
                <a:ea typeface="Consolas"/>
                <a:cs typeface="Consolas"/>
              </a:defRPr>
            </a:lvl6pPr>
            <a:lvl7pPr>
              <a:buNone/>
              <a:defRPr sz="1875" b="0">
                <a:solidFill>
                  <a:srgbClr val="172B43"/>
                </a:solidFill>
                <a:latin typeface="Consolas"/>
                <a:ea typeface="Consolas"/>
                <a:cs typeface="Consolas"/>
              </a:defRPr>
            </a:lvl7pPr>
            <a:lvl8pPr>
              <a:buNone/>
              <a:defRPr sz="1875" b="0">
                <a:solidFill>
                  <a:srgbClr val="172B43"/>
                </a:solidFill>
                <a:latin typeface="Consolas"/>
                <a:ea typeface="Consolas"/>
                <a:cs typeface="Consolas"/>
              </a:defRPr>
            </a:lvl8pPr>
            <a:lvl9pPr>
              <a:buNone/>
              <a:defRPr sz="1875" b="0">
                <a:solidFill>
                  <a:srgbClr val="172B43"/>
                </a:solidFill>
                <a:latin typeface="Consolas"/>
                <a:ea typeface="Consolas"/>
                <a:cs typeface="Consolas"/>
              </a:defRPr>
            </a:lvl9pPr>
          </a:lstStyle>
          <a:p>
            <a:pPr>
              <a:buNone/>
              <a:defRPr sz="2025" b="0">
                <a:solidFill>
                  <a:srgbClr val="172B43"/>
                </a:solidFill>
                <a:latin typeface="Consolas"/>
                <a:ea typeface="Consolas"/>
                <a:cs typeface="Consolas"/>
              </a:defRPr>
            </a:pPr>
            <a:r>
              <a:rPr sz="1875" b="0">
                <a:solidFill>
                  <a:srgbClr val="172B43"/>
                </a:solidFill>
                <a:latin typeface="Consolas"/>
                <a:ea typeface="Consolas"/>
                <a:cs typeface="Consolas"/>
              </a:rPr>
              <a:t>[ERROR] Invalid input ")(":</a:t>
            </a:r>
          </a:p>
          <a:p>
            <a:pPr>
              <a:buNone/>
              <a:defRPr sz="2025" b="0">
                <a:solidFill>
                  <a:srgbClr val="172B43"/>
                </a:solidFill>
                <a:latin typeface="Consolas"/>
                <a:ea typeface="Consolas"/>
                <a:cs typeface="Consolas"/>
              </a:defRPr>
            </a:pPr>
            <a:r>
              <a:rPr sz="1875" b="0">
                <a:solidFill>
                  <a:srgbClr val="172B43"/>
                </a:solidFill>
                <a:latin typeface="Consolas"/>
                <a:ea typeface="Consolas"/>
                <a:cs typeface="Consolas"/>
              </a:rPr>
              <a:t>Unmatched closing parenthesis at index 0.</a:t>
            </a:r>
          </a:p>
        </p:txBody>
      </p:sp>
      <p:pic>
        <p:nvPicPr>
          <p:cNvPr id="7" name="Рисунок 6">
            <a:extLst>
              <a:ext uri="{FF2B5EF4-FFF2-40B4-BE49-F238E27FC236}">
                <a16:creationId xmlns:a16="http://schemas.microsoft.com/office/drawing/2014/main" id="{65005EF9-9CCD-4EA4-A6F1-A13969230CF3}"/>
              </a:ext>
            </a:extLst>
          </p:cNvPr>
          <p:cNvPicPr>
            <a:picLocks noChangeAspect="1"/>
          </p:cNvPicPr>
          <p:nvPr/>
        </p:nvPicPr>
        <p:blipFill>
          <a:blip r:embed="rId3">
            <a:alphaModFix amt="64000"/>
          </a:blip>
          <a:srcRect t="36" b="36"/>
          <a:stretch>
            <a:fillRect/>
          </a:stretch>
        </p:blipFill>
        <p:spPr>
          <a:xfrm>
            <a:off x="8096250" y="1438275"/>
            <a:ext cx="2952750" cy="4000500"/>
          </a:xfrm>
          <a:prstGeom prst="rect">
            <a:avLst/>
          </a:prstGeom>
          <a:ln>
            <a:noFill/>
          </a:ln>
          <a:effectLst>
            <a:outerShdw blurRad="190500" algn="tl" rotWithShape="0">
              <a:srgbClr val="000000">
                <a:alpha val="70000"/>
              </a:srgbClr>
            </a:outerShdw>
          </a:effectLst>
        </p:spPr>
      </p:pic>
      <p:sp>
        <p:nvSpPr>
          <p:cNvPr id="8" name="Прямоугольник 7">
            <a:extLst>
              <a:ext uri="{FF2B5EF4-FFF2-40B4-BE49-F238E27FC236}">
                <a16:creationId xmlns:a16="http://schemas.microsoft.com/office/drawing/2014/main" id="{F0EAF752-D583-4B2C-88CB-1B90371D5DE2}"/>
              </a:ext>
            </a:extLst>
          </p:cNvPr>
          <p:cNvSpPr>
            <a:spLocks noGrp="1"/>
          </p:cNvSpPr>
          <p:nvPr/>
        </p:nvSpPr>
        <p:spPr>
          <a:xfrm>
            <a:off x="8096250" y="5905500"/>
            <a:ext cx="3619500" cy="619125"/>
          </a:xfrm>
          <a:prstGeom prst="rect">
            <a:avLst/>
          </a:prstGeom>
          <a:noFill/>
          <a:ln w="0">
            <a:noFill/>
          </a:ln>
        </p:spPr>
        <p:txBody>
          <a:bodyPr/>
          <a:lstStyle>
            <a:defPPr>
              <a:defRPr sz="1950" b="1">
                <a:solidFill>
                  <a:srgbClr val="215ED7"/>
                </a:solidFill>
                <a:latin typeface="Calibri"/>
                <a:ea typeface="Calibri"/>
                <a:cs typeface="Calibri"/>
              </a:defRPr>
            </a:defPPr>
            <a:lvl1pPr>
              <a:buNone/>
              <a:defRPr sz="1950" b="1">
                <a:solidFill>
                  <a:srgbClr val="215ED7"/>
                </a:solidFill>
                <a:latin typeface="Calibri"/>
                <a:ea typeface="Calibri"/>
                <a:cs typeface="Calibri"/>
              </a:defRPr>
            </a:lvl1pPr>
            <a:lvl2pPr>
              <a:buNone/>
              <a:defRPr sz="1950" b="1">
                <a:solidFill>
                  <a:srgbClr val="215ED7"/>
                </a:solidFill>
                <a:latin typeface="Calibri"/>
                <a:ea typeface="Calibri"/>
                <a:cs typeface="Calibri"/>
              </a:defRPr>
            </a:lvl2pPr>
            <a:lvl3pPr>
              <a:buNone/>
              <a:defRPr sz="1950" b="1">
                <a:solidFill>
                  <a:srgbClr val="215ED7"/>
                </a:solidFill>
                <a:latin typeface="Calibri"/>
                <a:ea typeface="Calibri"/>
                <a:cs typeface="Calibri"/>
              </a:defRPr>
            </a:lvl3pPr>
            <a:lvl4pPr>
              <a:buNone/>
              <a:defRPr sz="1950" b="1">
                <a:solidFill>
                  <a:srgbClr val="215ED7"/>
                </a:solidFill>
                <a:latin typeface="Calibri"/>
                <a:ea typeface="Calibri"/>
                <a:cs typeface="Calibri"/>
              </a:defRPr>
            </a:lvl4pPr>
            <a:lvl5pPr>
              <a:buNone/>
              <a:defRPr sz="1950" b="1">
                <a:solidFill>
                  <a:srgbClr val="215ED7"/>
                </a:solidFill>
                <a:latin typeface="Calibri"/>
                <a:ea typeface="Calibri"/>
                <a:cs typeface="Calibri"/>
              </a:defRPr>
            </a:lvl5pPr>
            <a:lvl6pPr>
              <a:buNone/>
              <a:defRPr sz="1950" b="1">
                <a:solidFill>
                  <a:srgbClr val="215ED7"/>
                </a:solidFill>
                <a:latin typeface="Calibri"/>
                <a:ea typeface="Calibri"/>
                <a:cs typeface="Calibri"/>
              </a:defRPr>
            </a:lvl6pPr>
            <a:lvl7pPr>
              <a:buNone/>
              <a:defRPr sz="1950" b="1">
                <a:solidFill>
                  <a:srgbClr val="215ED7"/>
                </a:solidFill>
                <a:latin typeface="Calibri"/>
                <a:ea typeface="Calibri"/>
                <a:cs typeface="Calibri"/>
              </a:defRPr>
            </a:lvl7pPr>
            <a:lvl8pPr>
              <a:buNone/>
              <a:defRPr sz="1950" b="1">
                <a:solidFill>
                  <a:srgbClr val="215ED7"/>
                </a:solidFill>
                <a:latin typeface="Calibri"/>
                <a:ea typeface="Calibri"/>
                <a:cs typeface="Calibri"/>
              </a:defRPr>
            </a:lvl8pPr>
            <a:lvl9pPr>
              <a:buNone/>
              <a:defRPr sz="1950" b="1">
                <a:solidFill>
                  <a:srgbClr val="215ED7"/>
                </a:solidFill>
                <a:latin typeface="Calibri"/>
                <a:ea typeface="Calibri"/>
                <a:cs typeface="Calibri"/>
              </a:defRPr>
            </a:lvl9pPr>
          </a:lstStyle>
          <a:p>
            <a:pPr>
              <a:buNone/>
              <a:defRPr sz="1950" b="1">
                <a:solidFill>
                  <a:srgbClr val="215ED7"/>
                </a:solidFill>
                <a:latin typeface="Calibri"/>
                <a:ea typeface="Calibri"/>
                <a:cs typeface="Calibri"/>
              </a:defRPr>
            </a:pPr>
            <a:r>
              <a:rPr sz="1950" b="1">
                <a:solidFill>
                  <a:srgbClr val="215ED7"/>
                </a:solidFill>
                <a:latin typeface="Calibri"/>
                <a:ea typeface="Calibri"/>
                <a:cs typeface="Calibri"/>
              </a:rPr>
              <a:t>When the first character is )</a:t>
            </a:r>
          </a:p>
        </p:txBody>
      </p:sp>
    </p:spTree>
    <p:extLst>
      <p:ext uri="{BB962C8B-B14F-4D97-AF65-F5344CB8AC3E}">
        <p14:creationId xmlns:p14="http://schemas.microsoft.com/office/powerpoint/2010/main" val="7591363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47971D0-5F38-4A5E-BF28-21F1810916B6}"/>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Tests and edge cases</a:t>
            </a:r>
          </a:p>
        </p:txBody>
      </p:sp>
      <p:graphicFrame>
        <p:nvGraphicFramePr>
          <p:cNvPr id="3" name="Таблица 2">
            <a:extLst>
              <a:ext uri="{FF2B5EF4-FFF2-40B4-BE49-F238E27FC236}">
                <a16:creationId xmlns:a16="http://schemas.microsoft.com/office/drawing/2014/main" id="{B4213B99-190A-47CC-94BD-CB3596CEEAC2}"/>
              </a:ext>
            </a:extLst>
          </p:cNvPr>
          <p:cNvGraphicFramePr/>
          <p:nvPr/>
        </p:nvGraphicFramePr>
        <p:xfrm>
          <a:off x="723900" y="1666875"/>
          <a:ext cx="10744200" cy="3048000"/>
        </p:xfrm>
        <a:graphic>
          <a:graphicData uri="http://schemas.openxmlformats.org/drawingml/2006/table">
            <a:tbl>
              <a:tblPr/>
              <a:tblGrid>
                <a:gridCol w="6191250">
                  <a:extLst>
                    <a:ext uri="{9D8B030D-6E8A-4147-A177-3AD203B41FA5}">
                      <a16:colId xmlns:a16="http://schemas.microsoft.com/office/drawing/2014/main" val="20000"/>
                    </a:ext>
                  </a:extLst>
                </a:gridCol>
                <a:gridCol w="4552950">
                  <a:extLst>
                    <a:ext uri="{9D8B030D-6E8A-4147-A177-3AD203B41FA5}">
                      <a16:colId xmlns:a16="http://schemas.microsoft.com/office/drawing/2014/main" val="20001"/>
                    </a:ext>
                  </a:extLst>
                </a:gridCol>
              </a:tblGrid>
              <a:tr h="609600">
                <a:tc>
                  <a:txBody>
                    <a:bodyPr/>
                    <a:lstStyle/>
                    <a:p>
                      <a:r>
                        <a:rPr sz="1950" b="1">
                          <a:solidFill>
                            <a:srgbClr val="FFFFFF"/>
                          </a:solidFill>
                          <a:latin typeface="Calibri"/>
                          <a:ea typeface="Calibri"/>
                          <a:cs typeface="Calibri"/>
                        </a:rPr>
                        <a:t>Required input</a:t>
                      </a:r>
                    </a:p>
                  </a:txBody>
                  <a:tcPr>
                    <a:solidFill>
                      <a:srgbClr val="14263D"/>
                    </a:solidFill>
                  </a:tcPr>
                </a:tc>
                <a:tc>
                  <a:txBody>
                    <a:bodyPr/>
                    <a:lstStyle/>
                    <a:p>
                      <a:r>
                        <a:rPr sz="1950" b="1">
                          <a:solidFill>
                            <a:srgbClr val="FFFFFF"/>
                          </a:solidFill>
                          <a:latin typeface="Calibri"/>
                          <a:ea typeface="Calibri"/>
                          <a:cs typeface="Calibri"/>
                        </a:rPr>
                        <a:t>Expected and actual result</a:t>
                      </a:r>
                    </a:p>
                  </a:txBody>
                  <a:tcPr>
                    <a:solidFill>
                      <a:srgbClr val="14263D"/>
                    </a:solidFill>
                  </a:tcPr>
                </a:tc>
                <a:extLst>
                  <a:ext uri="{0D108BD9-81ED-4DB2-BD59-A6C34878D82A}">
                    <a16:rowId xmlns:a16="http://schemas.microsoft.com/office/drawing/2014/main" val="10000"/>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true</a:t>
                      </a:r>
                    </a:p>
                  </a:txBody>
                  <a:tcPr>
                    <a:solidFill>
                      <a:srgbClr val="FFFFFF"/>
                    </a:solidFill>
                  </a:tcPr>
                </a:tc>
                <a:extLst>
                  <a:ext uri="{0D108BD9-81ED-4DB2-BD59-A6C34878D82A}">
                    <a16:rowId xmlns:a16="http://schemas.microsoft.com/office/drawing/2014/main" val="10001"/>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false</a:t>
                      </a:r>
                    </a:p>
                  </a:txBody>
                  <a:tcPr>
                    <a:solidFill>
                      <a:srgbClr val="FFFFFF"/>
                    </a:solidFill>
                  </a:tcPr>
                </a:tc>
                <a:extLst>
                  <a:ext uri="{0D108BD9-81ED-4DB2-BD59-A6C34878D82A}">
                    <a16:rowId xmlns:a16="http://schemas.microsoft.com/office/drawing/2014/main" val="10002"/>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false</a:t>
                      </a:r>
                    </a:p>
                  </a:txBody>
                  <a:tcPr>
                    <a:solidFill>
                      <a:srgbClr val="FFFFFF"/>
                    </a:solidFill>
                  </a:tcPr>
                </a:tc>
                <a:extLst>
                  <a:ext uri="{0D108BD9-81ED-4DB2-BD59-A6C34878D82A}">
                    <a16:rowId xmlns:a16="http://schemas.microsoft.com/office/drawing/2014/main" val="10003"/>
                  </a:ext>
                </a:extLst>
              </a:tr>
              <a:tr h="609600">
                <a:tc>
                  <a:txBody>
                    <a:bodyPr/>
                    <a:lstStyle/>
                    <a:p>
                      <a:r>
                        <a:rPr sz="2025">
                          <a:solidFill>
                            <a:srgbClr val="172B43"/>
                          </a:solidFill>
                          <a:latin typeface="Calibri"/>
                          <a:ea typeface="Calibri"/>
                          <a:cs typeface="Calibri"/>
                        </a:rPr>
                        <a:t>(())((()())())</a:t>
                      </a:r>
                    </a:p>
                  </a:txBody>
                  <a:tcPr>
                    <a:solidFill>
                      <a:srgbClr val="FFFFFF"/>
                    </a:solidFill>
                  </a:tcPr>
                </a:tc>
                <a:tc>
                  <a:txBody>
                    <a:bodyPr/>
                    <a:lstStyle/>
                    <a:p>
                      <a:r>
                        <a:rPr sz="2025">
                          <a:solidFill>
                            <a:srgbClr val="172B43"/>
                          </a:solidFill>
                          <a:latin typeface="Calibri"/>
                          <a:ea typeface="Calibri"/>
                          <a:cs typeface="Calibri"/>
                        </a:rPr>
                        <a:t>true</a:t>
                      </a:r>
                    </a:p>
                  </a:txBody>
                  <a:tcPr>
                    <a:solidFill>
                      <a:srgbClr val="FFFFFF"/>
                    </a:solidFill>
                  </a:tcPr>
                </a:tc>
                <a:extLst>
                  <a:ext uri="{0D108BD9-81ED-4DB2-BD59-A6C34878D82A}">
                    <a16:rowId xmlns:a16="http://schemas.microsoft.com/office/drawing/2014/main" val="10004"/>
                  </a:ext>
                </a:extLst>
              </a:tr>
            </a:tbl>
          </a:graphicData>
        </a:graphic>
      </p:graphicFrame>
      <p:sp>
        <p:nvSpPr>
          <p:cNvPr id="4" name="Прямоугольник 3">
            <a:extLst>
              <a:ext uri="{FF2B5EF4-FFF2-40B4-BE49-F238E27FC236}">
                <a16:creationId xmlns:a16="http://schemas.microsoft.com/office/drawing/2014/main" id="{C6769E28-B3A8-49FF-B1C4-FA85B862F774}"/>
              </a:ext>
            </a:extLst>
          </p:cNvPr>
          <p:cNvSpPr>
            <a:spLocks noGrp="1"/>
          </p:cNvSpPr>
          <p:nvPr/>
        </p:nvSpPr>
        <p:spPr>
          <a:xfrm>
            <a:off x="723900" y="5191125"/>
            <a:ext cx="10744200" cy="762000"/>
          </a:xfrm>
          <a:prstGeom prst="rect">
            <a:avLst/>
          </a:prstGeom>
          <a:noFill/>
          <a:ln w="0">
            <a:noFill/>
          </a:ln>
        </p:spPr>
        <p:txBody>
          <a:bodyPr/>
          <a:lstStyle>
            <a:defPPr>
              <a:defRPr sz="2100" b="1">
                <a:solidFill>
                  <a:srgbClr val="215ED7"/>
                </a:solidFill>
                <a:latin typeface="Calibri"/>
                <a:ea typeface="Calibri"/>
                <a:cs typeface="Calibri"/>
              </a:defRPr>
            </a:defPPr>
            <a:lvl1pPr>
              <a:buNone/>
              <a:defRPr sz="2100" b="1">
                <a:solidFill>
                  <a:srgbClr val="215ED7"/>
                </a:solidFill>
                <a:latin typeface="Calibri"/>
                <a:ea typeface="Calibri"/>
                <a:cs typeface="Calibri"/>
              </a:defRPr>
            </a:lvl1pPr>
            <a:lvl2pPr>
              <a:buNone/>
              <a:defRPr sz="2100" b="1">
                <a:solidFill>
                  <a:srgbClr val="215ED7"/>
                </a:solidFill>
                <a:latin typeface="Calibri"/>
                <a:ea typeface="Calibri"/>
                <a:cs typeface="Calibri"/>
              </a:defRPr>
            </a:lvl2pPr>
            <a:lvl3pPr>
              <a:buNone/>
              <a:defRPr sz="2100" b="1">
                <a:solidFill>
                  <a:srgbClr val="215ED7"/>
                </a:solidFill>
                <a:latin typeface="Calibri"/>
                <a:ea typeface="Calibri"/>
                <a:cs typeface="Calibri"/>
              </a:defRPr>
            </a:lvl3pPr>
            <a:lvl4pPr>
              <a:buNone/>
              <a:defRPr sz="2100" b="1">
                <a:solidFill>
                  <a:srgbClr val="215ED7"/>
                </a:solidFill>
                <a:latin typeface="Calibri"/>
                <a:ea typeface="Calibri"/>
                <a:cs typeface="Calibri"/>
              </a:defRPr>
            </a:lvl4pPr>
            <a:lvl5pPr>
              <a:buNone/>
              <a:defRPr sz="2100" b="1">
                <a:solidFill>
                  <a:srgbClr val="215ED7"/>
                </a:solidFill>
                <a:latin typeface="Calibri"/>
                <a:ea typeface="Calibri"/>
                <a:cs typeface="Calibri"/>
              </a:defRPr>
            </a:lvl5pPr>
            <a:lvl6pPr>
              <a:buNone/>
              <a:defRPr sz="2100" b="1">
                <a:solidFill>
                  <a:srgbClr val="215ED7"/>
                </a:solidFill>
                <a:latin typeface="Calibri"/>
                <a:ea typeface="Calibri"/>
                <a:cs typeface="Calibri"/>
              </a:defRPr>
            </a:lvl6pPr>
            <a:lvl7pPr>
              <a:buNone/>
              <a:defRPr sz="2100" b="1">
                <a:solidFill>
                  <a:srgbClr val="215ED7"/>
                </a:solidFill>
                <a:latin typeface="Calibri"/>
                <a:ea typeface="Calibri"/>
                <a:cs typeface="Calibri"/>
              </a:defRPr>
            </a:lvl7pPr>
            <a:lvl8pPr>
              <a:buNone/>
              <a:defRPr sz="2100" b="1">
                <a:solidFill>
                  <a:srgbClr val="215ED7"/>
                </a:solidFill>
                <a:latin typeface="Calibri"/>
                <a:ea typeface="Calibri"/>
                <a:cs typeface="Calibri"/>
              </a:defRPr>
            </a:lvl8pPr>
            <a:lvl9pPr>
              <a:buNone/>
              <a:defRPr sz="2100" b="1">
                <a:solidFill>
                  <a:srgbClr val="215ED7"/>
                </a:solidFill>
                <a:latin typeface="Calibri"/>
                <a:ea typeface="Calibri"/>
                <a:cs typeface="Calibri"/>
              </a:defRPr>
            </a:lvl9pPr>
          </a:lstStyle>
          <a:p>
            <a:pPr>
              <a:buNone/>
              <a:defRPr sz="2100" b="1">
                <a:solidFill>
                  <a:srgbClr val="215ED7"/>
                </a:solidFill>
                <a:latin typeface="Calibri"/>
                <a:ea typeface="Calibri"/>
                <a:cs typeface="Calibri"/>
              </a:defRPr>
            </a:pPr>
            <a:r>
              <a:rPr sz="2100" b="1">
                <a:solidFill>
                  <a:srgbClr val="215ED7"/>
                </a:solidFill>
                <a:latin typeface="Calibri"/>
                <a:ea typeface="Calibri"/>
                <a:cs typeface="Calibri"/>
              </a:rPr>
              <a:t>21 tests passed. Edge cases include empty input, null and )(.</a:t>
            </a:r>
          </a:p>
        </p:txBody>
      </p:sp>
    </p:spTree>
    <p:extLst>
      <p:ext uri="{BB962C8B-B14F-4D97-AF65-F5344CB8AC3E}">
        <p14:creationId xmlns:p14="http://schemas.microsoft.com/office/powerpoint/2010/main" val="8692828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E256509-929B-4675-804C-F131139AB461}"/>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Bonus placeholder %r</a:t>
            </a:r>
          </a:p>
        </p:txBody>
      </p:sp>
      <p:sp>
        <p:nvSpPr>
          <p:cNvPr id="3" name="Прямоугольник 2">
            <a:extLst>
              <a:ext uri="{FF2B5EF4-FFF2-40B4-BE49-F238E27FC236}">
                <a16:creationId xmlns:a16="http://schemas.microsoft.com/office/drawing/2014/main" id="{B8F3E247-5BCD-408B-874E-EE2C617733DE}"/>
              </a:ext>
            </a:extLst>
          </p:cNvPr>
          <p:cNvSpPr>
            <a:spLocks noGrp="1"/>
          </p:cNvSpPr>
          <p:nvPr/>
        </p:nvSpPr>
        <p:spPr>
          <a:xfrm>
            <a:off x="723900" y="1857375"/>
            <a:ext cx="7048500" cy="762000"/>
          </a:xfrm>
          <a:prstGeom prst="rect">
            <a:avLst/>
          </a:prstGeom>
          <a:noFill/>
          <a:ln w="0">
            <a:noFill/>
          </a:ln>
        </p:spPr>
        <p:txBody>
          <a:bodyPr/>
          <a:lstStyle>
            <a:defPPr>
              <a:defRPr sz="2100" b="0">
                <a:solidFill>
                  <a:srgbClr val="172B43"/>
                </a:solidFill>
                <a:latin typeface="Consolas"/>
                <a:ea typeface="Consolas"/>
                <a:cs typeface="Consolas"/>
              </a:defRPr>
            </a:defPPr>
            <a:lvl1pPr>
              <a:buNone/>
              <a:defRPr sz="2100" b="0">
                <a:solidFill>
                  <a:srgbClr val="172B43"/>
                </a:solidFill>
                <a:latin typeface="Consolas"/>
                <a:ea typeface="Consolas"/>
                <a:cs typeface="Consolas"/>
              </a:defRPr>
            </a:lvl1pPr>
            <a:lvl2pPr>
              <a:buNone/>
              <a:defRPr sz="2100" b="0">
                <a:solidFill>
                  <a:srgbClr val="172B43"/>
                </a:solidFill>
                <a:latin typeface="Consolas"/>
                <a:ea typeface="Consolas"/>
                <a:cs typeface="Consolas"/>
              </a:defRPr>
            </a:lvl2pPr>
            <a:lvl3pPr>
              <a:buNone/>
              <a:defRPr sz="2100" b="0">
                <a:solidFill>
                  <a:srgbClr val="172B43"/>
                </a:solidFill>
                <a:latin typeface="Consolas"/>
                <a:ea typeface="Consolas"/>
                <a:cs typeface="Consolas"/>
              </a:defRPr>
            </a:lvl3pPr>
            <a:lvl4pPr>
              <a:buNone/>
              <a:defRPr sz="2100" b="0">
                <a:solidFill>
                  <a:srgbClr val="172B43"/>
                </a:solidFill>
                <a:latin typeface="Consolas"/>
                <a:ea typeface="Consolas"/>
                <a:cs typeface="Consolas"/>
              </a:defRPr>
            </a:lvl4pPr>
            <a:lvl5pPr>
              <a:buNone/>
              <a:defRPr sz="2100" b="0">
                <a:solidFill>
                  <a:srgbClr val="172B43"/>
                </a:solidFill>
                <a:latin typeface="Consolas"/>
                <a:ea typeface="Consolas"/>
                <a:cs typeface="Consolas"/>
              </a:defRPr>
            </a:lvl5pPr>
            <a:lvl6pPr>
              <a:buNone/>
              <a:defRPr sz="2100" b="0">
                <a:solidFill>
                  <a:srgbClr val="172B43"/>
                </a:solidFill>
                <a:latin typeface="Consolas"/>
                <a:ea typeface="Consolas"/>
                <a:cs typeface="Consolas"/>
              </a:defRPr>
            </a:lvl6pPr>
            <a:lvl7pPr>
              <a:buNone/>
              <a:defRPr sz="2100" b="0">
                <a:solidFill>
                  <a:srgbClr val="172B43"/>
                </a:solidFill>
                <a:latin typeface="Consolas"/>
                <a:ea typeface="Consolas"/>
                <a:cs typeface="Consolas"/>
              </a:defRPr>
            </a:lvl7pPr>
            <a:lvl8pPr>
              <a:buNone/>
              <a:defRPr sz="2100" b="0">
                <a:solidFill>
                  <a:srgbClr val="172B43"/>
                </a:solidFill>
                <a:latin typeface="Consolas"/>
                <a:ea typeface="Consolas"/>
                <a:cs typeface="Consolas"/>
              </a:defRPr>
            </a:lvl8pPr>
            <a:lvl9pPr>
              <a:buNone/>
              <a:defRPr sz="2100" b="0">
                <a:solidFill>
                  <a:srgbClr val="172B43"/>
                </a:solidFill>
                <a:latin typeface="Consolas"/>
                <a:ea typeface="Consolas"/>
                <a:cs typeface="Consolas"/>
              </a:defRPr>
            </a:lvl9pPr>
          </a:lstStyle>
          <a:p>
            <a:pPr>
              <a:buNone/>
              <a:defRPr sz="2400" b="0">
                <a:solidFill>
                  <a:srgbClr val="172B43"/>
                </a:solidFill>
                <a:latin typeface="Consolas"/>
                <a:ea typeface="Consolas"/>
                <a:cs typeface="Consolas"/>
              </a:defRPr>
            </a:pPr>
            <a:r>
              <a:rPr sz="2100" b="0">
                <a:solidFill>
                  <a:srgbClr val="172B43"/>
                </a:solidFill>
                <a:latin typeface="Consolas"/>
                <a:ea typeface="Consolas"/>
                <a:cs typeface="Consolas"/>
              </a:rPr>
              <a:t>Logger.SetFormat("[%l] %m (%r)");</a:t>
            </a:r>
          </a:p>
        </p:txBody>
      </p:sp>
      <p:sp>
        <p:nvSpPr>
          <p:cNvPr id="4" name="Прямоугольник 3">
            <a:extLst>
              <a:ext uri="{FF2B5EF4-FFF2-40B4-BE49-F238E27FC236}">
                <a16:creationId xmlns:a16="http://schemas.microsoft.com/office/drawing/2014/main" id="{045FA0CA-7BDF-44A1-BD03-40BE44F352E6}"/>
              </a:ext>
            </a:extLst>
          </p:cNvPr>
          <p:cNvSpPr>
            <a:spLocks noGrp="1"/>
          </p:cNvSpPr>
          <p:nvPr/>
        </p:nvSpPr>
        <p:spPr>
          <a:xfrm>
            <a:off x="723900" y="3048000"/>
            <a:ext cx="10744200" cy="476250"/>
          </a:xfrm>
          <a:prstGeom prst="rect">
            <a:avLst/>
          </a:prstGeom>
          <a:noFill/>
          <a:ln w="0">
            <a:noFill/>
          </a:ln>
        </p:spPr>
        <p:txBody>
          <a:bodyPr/>
          <a:lstStyle>
            <a:defPPr>
              <a:defRPr sz="2400" b="1">
                <a:solidFill>
                  <a:srgbClr val="215ED7"/>
                </a:solidFill>
                <a:latin typeface="Calibri"/>
                <a:ea typeface="Calibri"/>
                <a:cs typeface="Calibri"/>
              </a:defRPr>
            </a:defPPr>
            <a:lvl1pPr>
              <a:buNone/>
              <a:defRPr sz="2400" b="1">
                <a:solidFill>
                  <a:srgbClr val="215ED7"/>
                </a:solidFill>
                <a:latin typeface="Calibri"/>
                <a:ea typeface="Calibri"/>
                <a:cs typeface="Calibri"/>
              </a:defRPr>
            </a:lvl1pPr>
            <a:lvl2pPr>
              <a:buNone/>
              <a:defRPr sz="2400" b="1">
                <a:solidFill>
                  <a:srgbClr val="215ED7"/>
                </a:solidFill>
                <a:latin typeface="Calibri"/>
                <a:ea typeface="Calibri"/>
                <a:cs typeface="Calibri"/>
              </a:defRPr>
            </a:lvl2pPr>
            <a:lvl3pPr>
              <a:buNone/>
              <a:defRPr sz="2400" b="1">
                <a:solidFill>
                  <a:srgbClr val="215ED7"/>
                </a:solidFill>
                <a:latin typeface="Calibri"/>
                <a:ea typeface="Calibri"/>
                <a:cs typeface="Calibri"/>
              </a:defRPr>
            </a:lvl3pPr>
            <a:lvl4pPr>
              <a:buNone/>
              <a:defRPr sz="2400" b="1">
                <a:solidFill>
                  <a:srgbClr val="215ED7"/>
                </a:solidFill>
                <a:latin typeface="Calibri"/>
                <a:ea typeface="Calibri"/>
                <a:cs typeface="Calibri"/>
              </a:defRPr>
            </a:lvl4pPr>
            <a:lvl5pPr>
              <a:buNone/>
              <a:defRPr sz="2400" b="1">
                <a:solidFill>
                  <a:srgbClr val="215ED7"/>
                </a:solidFill>
                <a:latin typeface="Calibri"/>
                <a:ea typeface="Calibri"/>
                <a:cs typeface="Calibri"/>
              </a:defRPr>
            </a:lvl5pPr>
            <a:lvl6pPr>
              <a:buNone/>
              <a:defRPr sz="2400" b="1">
                <a:solidFill>
                  <a:srgbClr val="215ED7"/>
                </a:solidFill>
                <a:latin typeface="Calibri"/>
                <a:ea typeface="Calibri"/>
                <a:cs typeface="Calibri"/>
              </a:defRPr>
            </a:lvl6pPr>
            <a:lvl7pPr>
              <a:buNone/>
              <a:defRPr sz="2400" b="1">
                <a:solidFill>
                  <a:srgbClr val="215ED7"/>
                </a:solidFill>
                <a:latin typeface="Calibri"/>
                <a:ea typeface="Calibri"/>
                <a:cs typeface="Calibri"/>
              </a:defRPr>
            </a:lvl7pPr>
            <a:lvl8pPr>
              <a:buNone/>
              <a:defRPr sz="2400" b="1">
                <a:solidFill>
                  <a:srgbClr val="215ED7"/>
                </a:solidFill>
                <a:latin typeface="Calibri"/>
                <a:ea typeface="Calibri"/>
                <a:cs typeface="Calibri"/>
              </a:defRPr>
            </a:lvl8pPr>
            <a:lvl9pPr>
              <a:buNone/>
              <a:defRPr sz="2400" b="1">
                <a:solidFill>
                  <a:srgbClr val="215ED7"/>
                </a:solidFill>
                <a:latin typeface="Calibri"/>
                <a:ea typeface="Calibri"/>
                <a:cs typeface="Calibri"/>
              </a:defRPr>
            </a:lvl9pPr>
          </a:lstStyle>
          <a:p>
            <a:pPr>
              <a:buNone/>
              <a:defRPr sz="2400" b="1">
                <a:solidFill>
                  <a:srgbClr val="215ED7"/>
                </a:solidFill>
                <a:latin typeface="Calibri"/>
                <a:ea typeface="Calibri"/>
                <a:cs typeface="Calibri"/>
              </a:defRPr>
            </a:pPr>
            <a:r>
              <a:rPr sz="2400" b="1">
                <a:solidFill>
                  <a:srgbClr val="215ED7"/>
                </a:solidFill>
                <a:latin typeface="Calibri"/>
                <a:ea typeface="Calibri"/>
                <a:cs typeface="Calibri"/>
              </a:rPr>
              <a:t>INFO phrases</a:t>
            </a:r>
          </a:p>
        </p:txBody>
      </p:sp>
      <p:sp>
        <p:nvSpPr>
          <p:cNvPr id="5" name="Прямоугольник 4">
            <a:extLst>
              <a:ext uri="{FF2B5EF4-FFF2-40B4-BE49-F238E27FC236}">
                <a16:creationId xmlns:a16="http://schemas.microsoft.com/office/drawing/2014/main" id="{CF8F23FC-090D-4CCB-8656-FD8EB6806802}"/>
              </a:ext>
            </a:extLst>
          </p:cNvPr>
          <p:cNvSpPr>
            <a:spLocks noGrp="1"/>
          </p:cNvSpPr>
          <p:nvPr/>
        </p:nvSpPr>
        <p:spPr>
          <a:xfrm>
            <a:off x="723900" y="3733800"/>
            <a:ext cx="6667500" cy="1047750"/>
          </a:xfrm>
          <a:prstGeom prst="rect">
            <a:avLst/>
          </a:prstGeom>
          <a:noFill/>
          <a:ln w="0">
            <a:noFill/>
          </a:ln>
        </p:spPr>
        <p:txBody>
          <a:bodyPr/>
          <a:lstStyle>
            <a:defPPr>
              <a:defRPr sz="2550" b="0">
                <a:solidFill>
                  <a:srgbClr val="172B43"/>
                </a:solidFill>
                <a:latin typeface="Calibri"/>
                <a:ea typeface="Calibri"/>
                <a:cs typeface="Calibri"/>
              </a:defRPr>
            </a:defPPr>
            <a:lvl1pPr>
              <a:buNone/>
              <a:defRPr sz="2550" b="0">
                <a:solidFill>
                  <a:srgbClr val="172B43"/>
                </a:solidFill>
                <a:latin typeface="Calibri"/>
                <a:ea typeface="Calibri"/>
                <a:cs typeface="Calibri"/>
              </a:defRPr>
            </a:lvl1pPr>
            <a:lvl2pPr>
              <a:buNone/>
              <a:defRPr sz="2550" b="0">
                <a:solidFill>
                  <a:srgbClr val="172B43"/>
                </a:solidFill>
                <a:latin typeface="Calibri"/>
                <a:ea typeface="Calibri"/>
                <a:cs typeface="Calibri"/>
              </a:defRPr>
            </a:lvl2pPr>
            <a:lvl3pPr>
              <a:buNone/>
              <a:defRPr sz="2550" b="0">
                <a:solidFill>
                  <a:srgbClr val="172B43"/>
                </a:solidFill>
                <a:latin typeface="Calibri"/>
                <a:ea typeface="Calibri"/>
                <a:cs typeface="Calibri"/>
              </a:defRPr>
            </a:lvl3pPr>
            <a:lvl4pPr>
              <a:buNone/>
              <a:defRPr sz="2550" b="0">
                <a:solidFill>
                  <a:srgbClr val="172B43"/>
                </a:solidFill>
                <a:latin typeface="Calibri"/>
                <a:ea typeface="Calibri"/>
                <a:cs typeface="Calibri"/>
              </a:defRPr>
            </a:lvl4pPr>
            <a:lvl5pPr>
              <a:buNone/>
              <a:defRPr sz="2550" b="0">
                <a:solidFill>
                  <a:srgbClr val="172B43"/>
                </a:solidFill>
                <a:latin typeface="Calibri"/>
                <a:ea typeface="Calibri"/>
                <a:cs typeface="Calibri"/>
              </a:defRPr>
            </a:lvl5pPr>
            <a:lvl6pPr>
              <a:buNone/>
              <a:defRPr sz="2550" b="0">
                <a:solidFill>
                  <a:srgbClr val="172B43"/>
                </a:solidFill>
                <a:latin typeface="Calibri"/>
                <a:ea typeface="Calibri"/>
                <a:cs typeface="Calibri"/>
              </a:defRPr>
            </a:lvl6pPr>
            <a:lvl7pPr>
              <a:buNone/>
              <a:defRPr sz="2550" b="0">
                <a:solidFill>
                  <a:srgbClr val="172B43"/>
                </a:solidFill>
                <a:latin typeface="Calibri"/>
                <a:ea typeface="Calibri"/>
                <a:cs typeface="Calibri"/>
              </a:defRPr>
            </a:lvl7pPr>
            <a:lvl8pPr>
              <a:buNone/>
              <a:defRPr sz="2550" b="0">
                <a:solidFill>
                  <a:srgbClr val="172B43"/>
                </a:solidFill>
                <a:latin typeface="Calibri"/>
                <a:ea typeface="Calibri"/>
                <a:cs typeface="Calibri"/>
              </a:defRPr>
            </a:lvl8pPr>
            <a:lvl9pPr>
              <a:buNone/>
              <a:defRPr sz="2550" b="0">
                <a:solidFill>
                  <a:srgbClr val="172B43"/>
                </a:solidFill>
                <a:latin typeface="Calibri"/>
                <a:ea typeface="Calibri"/>
                <a:cs typeface="Calibri"/>
              </a:defRPr>
            </a:lvl9pPr>
          </a:lstStyle>
          <a:p>
            <a:pPr>
              <a:buNone/>
              <a:defRPr sz="2550" b="0">
                <a:solidFill>
                  <a:srgbClr val="172B43"/>
                </a:solidFill>
                <a:latin typeface="Calibri"/>
                <a:ea typeface="Calibri"/>
                <a:cs typeface="Calibri"/>
              </a:defRPr>
            </a:pPr>
            <a:r>
              <a:rPr sz="2550" b="0">
                <a:solidFill>
                  <a:srgbClr val="172B43"/>
                </a:solidFill>
                <a:latin typeface="Calibri"/>
                <a:ea typeface="Calibri"/>
                <a:cs typeface="Calibri"/>
              </a:rPr>
              <a:t>Operation completed</a:t>
            </a:r>
          </a:p>
          <a:p>
            <a:pPr>
              <a:buNone/>
              <a:defRPr sz="2550" b="0">
                <a:solidFill>
                  <a:srgbClr val="172B43"/>
                </a:solidFill>
                <a:latin typeface="Calibri"/>
                <a:ea typeface="Calibri"/>
                <a:cs typeface="Calibri"/>
              </a:defRPr>
            </a:pPr>
            <a:r>
              <a:rPr sz="2550" b="0">
                <a:solidFill>
                  <a:srgbClr val="172B43"/>
                </a:solidFill>
                <a:latin typeface="Calibri"/>
                <a:ea typeface="Calibri"/>
                <a:cs typeface="Calibri"/>
              </a:rPr>
              <a:t>Here is your result</a:t>
            </a:r>
          </a:p>
        </p:txBody>
      </p:sp>
      <p:sp>
        <p:nvSpPr>
          <p:cNvPr id="6" name="Прямоугольник 5">
            <a:extLst>
              <a:ext uri="{FF2B5EF4-FFF2-40B4-BE49-F238E27FC236}">
                <a16:creationId xmlns:a16="http://schemas.microsoft.com/office/drawing/2014/main" id="{8CB64461-AD14-4865-B700-6DCD9C7A9900}"/>
              </a:ext>
            </a:extLst>
          </p:cNvPr>
          <p:cNvSpPr>
            <a:spLocks noGrp="1"/>
          </p:cNvSpPr>
          <p:nvPr/>
        </p:nvSpPr>
        <p:spPr>
          <a:xfrm>
            <a:off x="723900" y="5429250"/>
            <a:ext cx="10744200" cy="619125"/>
          </a:xfrm>
          <a:prstGeom prst="rect">
            <a:avLst/>
          </a:prstGeom>
          <a:noFill/>
          <a:ln w="0">
            <a:noFill/>
          </a:ln>
        </p:spPr>
        <p:txBody>
          <a:bodyPr/>
          <a:lstStyle>
            <a:defPPr>
              <a:defRPr sz="2100" b="0">
                <a:solidFill>
                  <a:srgbClr val="506177"/>
                </a:solidFill>
                <a:latin typeface="Calibri"/>
                <a:ea typeface="Calibri"/>
                <a:cs typeface="Calibri"/>
              </a:defRPr>
            </a:defPPr>
            <a:lvl1pPr>
              <a:buNone/>
              <a:defRPr sz="2100" b="0">
                <a:solidFill>
                  <a:srgbClr val="506177"/>
                </a:solidFill>
                <a:latin typeface="Calibri"/>
                <a:ea typeface="Calibri"/>
                <a:cs typeface="Calibri"/>
              </a:defRPr>
            </a:lvl1pPr>
            <a:lvl2pPr>
              <a:buNone/>
              <a:defRPr sz="2100" b="0">
                <a:solidFill>
                  <a:srgbClr val="506177"/>
                </a:solidFill>
                <a:latin typeface="Calibri"/>
                <a:ea typeface="Calibri"/>
                <a:cs typeface="Calibri"/>
              </a:defRPr>
            </a:lvl2pPr>
            <a:lvl3pPr>
              <a:buNone/>
              <a:defRPr sz="2100" b="0">
                <a:solidFill>
                  <a:srgbClr val="506177"/>
                </a:solidFill>
                <a:latin typeface="Calibri"/>
                <a:ea typeface="Calibri"/>
                <a:cs typeface="Calibri"/>
              </a:defRPr>
            </a:lvl3pPr>
            <a:lvl4pPr>
              <a:buNone/>
              <a:defRPr sz="2100" b="0">
                <a:solidFill>
                  <a:srgbClr val="506177"/>
                </a:solidFill>
                <a:latin typeface="Calibri"/>
                <a:ea typeface="Calibri"/>
                <a:cs typeface="Calibri"/>
              </a:defRPr>
            </a:lvl4pPr>
            <a:lvl5pPr>
              <a:buNone/>
              <a:defRPr sz="2100" b="0">
                <a:solidFill>
                  <a:srgbClr val="506177"/>
                </a:solidFill>
                <a:latin typeface="Calibri"/>
                <a:ea typeface="Calibri"/>
                <a:cs typeface="Calibri"/>
              </a:defRPr>
            </a:lvl5pPr>
            <a:lvl6pPr>
              <a:buNone/>
              <a:defRPr sz="2100" b="0">
                <a:solidFill>
                  <a:srgbClr val="506177"/>
                </a:solidFill>
                <a:latin typeface="Calibri"/>
                <a:ea typeface="Calibri"/>
                <a:cs typeface="Calibri"/>
              </a:defRPr>
            </a:lvl6pPr>
            <a:lvl7pPr>
              <a:buNone/>
              <a:defRPr sz="2100" b="0">
                <a:solidFill>
                  <a:srgbClr val="506177"/>
                </a:solidFill>
                <a:latin typeface="Calibri"/>
                <a:ea typeface="Calibri"/>
                <a:cs typeface="Calibri"/>
              </a:defRPr>
            </a:lvl7pPr>
            <a:lvl8pPr>
              <a:buNone/>
              <a:defRPr sz="2100" b="0">
                <a:solidFill>
                  <a:srgbClr val="506177"/>
                </a:solidFill>
                <a:latin typeface="Calibri"/>
                <a:ea typeface="Calibri"/>
                <a:cs typeface="Calibri"/>
              </a:defRPr>
            </a:lvl8pPr>
            <a:lvl9pPr>
              <a:buNone/>
              <a:defRPr sz="2100" b="0">
                <a:solidFill>
                  <a:srgbClr val="506177"/>
                </a:solidFill>
                <a:latin typeface="Calibri"/>
                <a:ea typeface="Calibri"/>
                <a:cs typeface="Calibri"/>
              </a:defRPr>
            </a:lvl9pPr>
          </a:lstStyle>
          <a:p>
            <a:pPr>
              <a:buNone/>
              <a:defRPr sz="2100" b="0">
                <a:solidFill>
                  <a:srgbClr val="506177"/>
                </a:solidFill>
                <a:latin typeface="Calibri"/>
                <a:ea typeface="Calibri"/>
                <a:cs typeface="Calibri"/>
              </a:defRPr>
            </a:pPr>
            <a:r>
              <a:rPr sz="2100" b="0">
                <a:solidFill>
                  <a:srgbClr val="506177"/>
                </a:solidFill>
                <a:latin typeface="Calibri"/>
                <a:ea typeface="Calibri"/>
                <a:cs typeface="Calibri"/>
              </a:rPr>
              <a:t>The logger now has opinions. And a subscribe button.</a:t>
            </a:r>
          </a:p>
        </p:txBody>
      </p:sp>
      <p:pic>
        <p:nvPicPr>
          <p:cNvPr id="7" name="Рисунок 6">
            <a:extLst>
              <a:ext uri="{FF2B5EF4-FFF2-40B4-BE49-F238E27FC236}">
                <a16:creationId xmlns:a16="http://schemas.microsoft.com/office/drawing/2014/main" id="{0396AF1F-8A54-4F59-8F0B-ED5145A50365}"/>
              </a:ext>
            </a:extLst>
          </p:cNvPr>
          <p:cNvPicPr>
            <a:picLocks noChangeAspect="1"/>
          </p:cNvPicPr>
          <p:nvPr/>
        </p:nvPicPr>
        <p:blipFill>
          <a:blip r:embed="rId3"/>
          <a:stretch/>
        </p:blipFill>
        <p:spPr>
          <a:xfrm>
            <a:off x="7905750" y="2571750"/>
            <a:ext cx="3619500" cy="2533650"/>
          </a:xfrm>
          <a:prstGeom prst="rect">
            <a:avLst/>
          </a:prstGeom>
        </p:spPr>
      </p:pic>
    </p:spTree>
    <p:extLst>
      <p:ext uri="{BB962C8B-B14F-4D97-AF65-F5344CB8AC3E}">
        <p14:creationId xmlns:p14="http://schemas.microsoft.com/office/powerpoint/2010/main" val="13145616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B8F248DD-2C8E-4814-8684-F35B506454E7}"/>
              </a:ext>
            </a:extLst>
          </p:cNvPr>
          <p:cNvSpPr>
            <a:spLocks noGrp="1"/>
          </p:cNvSpPr>
          <p:nvPr/>
        </p:nvSpPr>
        <p:spPr>
          <a:xfrm>
            <a:off x="723900" y="571500"/>
            <a:ext cx="10744200" cy="857250"/>
          </a:xfrm>
          <a:prstGeom prst="rect">
            <a:avLst/>
          </a:prstGeom>
          <a:noFill/>
          <a:ln w="0">
            <a:noFill/>
          </a:ln>
        </p:spPr>
        <p:txBody>
          <a:bodyPr/>
          <a:lstStyle>
            <a:defPPr>
              <a:defRPr sz="3450" b="1">
                <a:solidFill>
                  <a:srgbClr val="172B43"/>
                </a:solidFill>
                <a:latin typeface="Calibri"/>
                <a:ea typeface="Calibri"/>
                <a:cs typeface="Calibri"/>
              </a:defRPr>
            </a:defPPr>
            <a:lvl1pPr>
              <a:buNone/>
              <a:defRPr sz="3450" b="1">
                <a:solidFill>
                  <a:srgbClr val="172B43"/>
                </a:solidFill>
                <a:latin typeface="Calibri"/>
                <a:ea typeface="Calibri"/>
                <a:cs typeface="Calibri"/>
              </a:defRPr>
            </a:lvl1pPr>
            <a:lvl2pPr>
              <a:buNone/>
              <a:defRPr sz="3450" b="1">
                <a:solidFill>
                  <a:srgbClr val="172B43"/>
                </a:solidFill>
                <a:latin typeface="Calibri"/>
                <a:ea typeface="Calibri"/>
                <a:cs typeface="Calibri"/>
              </a:defRPr>
            </a:lvl2pPr>
            <a:lvl3pPr>
              <a:buNone/>
              <a:defRPr sz="3450" b="1">
                <a:solidFill>
                  <a:srgbClr val="172B43"/>
                </a:solidFill>
                <a:latin typeface="Calibri"/>
                <a:ea typeface="Calibri"/>
                <a:cs typeface="Calibri"/>
              </a:defRPr>
            </a:lvl3pPr>
            <a:lvl4pPr>
              <a:buNone/>
              <a:defRPr sz="3450" b="1">
                <a:solidFill>
                  <a:srgbClr val="172B43"/>
                </a:solidFill>
                <a:latin typeface="Calibri"/>
                <a:ea typeface="Calibri"/>
                <a:cs typeface="Calibri"/>
              </a:defRPr>
            </a:lvl4pPr>
            <a:lvl5pPr>
              <a:buNone/>
              <a:defRPr sz="3450" b="1">
                <a:solidFill>
                  <a:srgbClr val="172B43"/>
                </a:solidFill>
                <a:latin typeface="Calibri"/>
                <a:ea typeface="Calibri"/>
                <a:cs typeface="Calibri"/>
              </a:defRPr>
            </a:lvl5pPr>
            <a:lvl6pPr>
              <a:buNone/>
              <a:defRPr sz="3450" b="1">
                <a:solidFill>
                  <a:srgbClr val="172B43"/>
                </a:solidFill>
                <a:latin typeface="Calibri"/>
                <a:ea typeface="Calibri"/>
                <a:cs typeface="Calibri"/>
              </a:defRPr>
            </a:lvl6pPr>
            <a:lvl7pPr>
              <a:buNone/>
              <a:defRPr sz="3450" b="1">
                <a:solidFill>
                  <a:srgbClr val="172B43"/>
                </a:solidFill>
                <a:latin typeface="Calibri"/>
                <a:ea typeface="Calibri"/>
                <a:cs typeface="Calibri"/>
              </a:defRPr>
            </a:lvl7pPr>
            <a:lvl8pPr>
              <a:buNone/>
              <a:defRPr sz="3450" b="1">
                <a:solidFill>
                  <a:srgbClr val="172B43"/>
                </a:solidFill>
                <a:latin typeface="Calibri"/>
                <a:ea typeface="Calibri"/>
                <a:cs typeface="Calibri"/>
              </a:defRPr>
            </a:lvl8pPr>
            <a:lvl9pPr>
              <a:buNone/>
              <a:defRPr sz="3450" b="1">
                <a:solidFill>
                  <a:srgbClr val="172B43"/>
                </a:solidFill>
                <a:latin typeface="Calibri"/>
                <a:ea typeface="Calibri"/>
                <a:cs typeface="Calibri"/>
              </a:defRPr>
            </a:lvl9pPr>
          </a:lstStyle>
          <a:p>
            <a:pPr>
              <a:buNone/>
              <a:defRPr sz="3450" b="1">
                <a:solidFill>
                  <a:srgbClr val="172B43"/>
                </a:solidFill>
                <a:latin typeface="Calibri"/>
                <a:ea typeface="Calibri"/>
                <a:cs typeface="Calibri"/>
              </a:defRPr>
            </a:pPr>
            <a:r>
              <a:rPr sz="3450" b="1">
                <a:solidFill>
                  <a:srgbClr val="172B43"/>
                </a:solidFill>
                <a:latin typeface="Calibri"/>
                <a:ea typeface="Calibri"/>
                <a:cs typeface="Calibri"/>
              </a:rPr>
              <a:t>Running the application</a:t>
            </a:r>
          </a:p>
        </p:txBody>
      </p:sp>
      <p:sp>
        <p:nvSpPr>
          <p:cNvPr id="3" name="Прямоугольник 2">
            <a:extLst>
              <a:ext uri="{FF2B5EF4-FFF2-40B4-BE49-F238E27FC236}">
                <a16:creationId xmlns:a16="http://schemas.microsoft.com/office/drawing/2014/main" id="{380202B6-66FF-461A-BC60-CAF0A00686B3}"/>
              </a:ext>
            </a:extLst>
          </p:cNvPr>
          <p:cNvSpPr>
            <a:spLocks noGrp="1"/>
          </p:cNvSpPr>
          <p:nvPr/>
        </p:nvSpPr>
        <p:spPr>
          <a:xfrm>
            <a:off x="723900" y="1762125"/>
            <a:ext cx="10744200" cy="476250"/>
          </a:xfrm>
          <a:prstGeom prst="rect">
            <a:avLst/>
          </a:prstGeom>
          <a:noFill/>
          <a:ln w="0">
            <a:noFill/>
          </a:ln>
        </p:spPr>
        <p:txBody>
          <a:bodyPr/>
          <a:lstStyle>
            <a:defPPr>
              <a:defRPr sz="2250" b="1">
                <a:solidFill>
                  <a:srgbClr val="215ED7"/>
                </a:solidFill>
                <a:latin typeface="Calibri"/>
                <a:ea typeface="Calibri"/>
                <a:cs typeface="Calibri"/>
              </a:defRPr>
            </a:defPPr>
            <a:lvl1pPr>
              <a:buNone/>
              <a:defRPr sz="2250" b="1">
                <a:solidFill>
                  <a:srgbClr val="215ED7"/>
                </a:solidFill>
                <a:latin typeface="Calibri"/>
                <a:ea typeface="Calibri"/>
                <a:cs typeface="Calibri"/>
              </a:defRPr>
            </a:lvl1pPr>
            <a:lvl2pPr>
              <a:buNone/>
              <a:defRPr sz="2250" b="1">
                <a:solidFill>
                  <a:srgbClr val="215ED7"/>
                </a:solidFill>
                <a:latin typeface="Calibri"/>
                <a:ea typeface="Calibri"/>
                <a:cs typeface="Calibri"/>
              </a:defRPr>
            </a:lvl2pPr>
            <a:lvl3pPr>
              <a:buNone/>
              <a:defRPr sz="2250" b="1">
                <a:solidFill>
                  <a:srgbClr val="215ED7"/>
                </a:solidFill>
                <a:latin typeface="Calibri"/>
                <a:ea typeface="Calibri"/>
                <a:cs typeface="Calibri"/>
              </a:defRPr>
            </a:lvl3pPr>
            <a:lvl4pPr>
              <a:buNone/>
              <a:defRPr sz="2250" b="1">
                <a:solidFill>
                  <a:srgbClr val="215ED7"/>
                </a:solidFill>
                <a:latin typeface="Calibri"/>
                <a:ea typeface="Calibri"/>
                <a:cs typeface="Calibri"/>
              </a:defRPr>
            </a:lvl4pPr>
            <a:lvl5pPr>
              <a:buNone/>
              <a:defRPr sz="2250" b="1">
                <a:solidFill>
                  <a:srgbClr val="215ED7"/>
                </a:solidFill>
                <a:latin typeface="Calibri"/>
                <a:ea typeface="Calibri"/>
                <a:cs typeface="Calibri"/>
              </a:defRPr>
            </a:lvl5pPr>
            <a:lvl6pPr>
              <a:buNone/>
              <a:defRPr sz="2250" b="1">
                <a:solidFill>
                  <a:srgbClr val="215ED7"/>
                </a:solidFill>
                <a:latin typeface="Calibri"/>
                <a:ea typeface="Calibri"/>
                <a:cs typeface="Calibri"/>
              </a:defRPr>
            </a:lvl6pPr>
            <a:lvl7pPr>
              <a:buNone/>
              <a:defRPr sz="2250" b="1">
                <a:solidFill>
                  <a:srgbClr val="215ED7"/>
                </a:solidFill>
                <a:latin typeface="Calibri"/>
                <a:ea typeface="Calibri"/>
                <a:cs typeface="Calibri"/>
              </a:defRPr>
            </a:lvl7pPr>
            <a:lvl8pPr>
              <a:buNone/>
              <a:defRPr sz="2250" b="1">
                <a:solidFill>
                  <a:srgbClr val="215ED7"/>
                </a:solidFill>
                <a:latin typeface="Calibri"/>
                <a:ea typeface="Calibri"/>
                <a:cs typeface="Calibri"/>
              </a:defRPr>
            </a:lvl8pPr>
            <a:lvl9pPr>
              <a:buNone/>
              <a:defRPr sz="2250" b="1">
                <a:solidFill>
                  <a:srgbClr val="215ED7"/>
                </a:solidFill>
                <a:latin typeface="Calibri"/>
                <a:ea typeface="Calibri"/>
                <a:cs typeface="Calibri"/>
              </a:defRPr>
            </a:lvl9pPr>
          </a:lstStyle>
          <a:p>
            <a:pPr>
              <a:buNone/>
              <a:defRPr sz="2250" b="1">
                <a:solidFill>
                  <a:srgbClr val="215ED7"/>
                </a:solidFill>
                <a:latin typeface="Calibri"/>
                <a:ea typeface="Calibri"/>
                <a:cs typeface="Calibri"/>
              </a:defRPr>
            </a:pPr>
            <a:r>
              <a:rPr sz="2250" b="1">
                <a:solidFill>
                  <a:srgbClr val="215ED7"/>
                </a:solidFill>
                <a:latin typeface="Calibri"/>
                <a:ea typeface="Calibri"/>
                <a:cs typeface="Calibri"/>
              </a:rPr>
              <a:t>Run the demo</a:t>
            </a:r>
          </a:p>
        </p:txBody>
      </p:sp>
      <p:sp>
        <p:nvSpPr>
          <p:cNvPr id="4" name="Прямоугольник 3">
            <a:extLst>
              <a:ext uri="{FF2B5EF4-FFF2-40B4-BE49-F238E27FC236}">
                <a16:creationId xmlns:a16="http://schemas.microsoft.com/office/drawing/2014/main" id="{0F140B45-2FAE-4032-A1C8-FAAADAAEEA83}"/>
              </a:ext>
            </a:extLst>
          </p:cNvPr>
          <p:cNvSpPr>
            <a:spLocks noGrp="1"/>
          </p:cNvSpPr>
          <p:nvPr/>
        </p:nvSpPr>
        <p:spPr>
          <a:xfrm>
            <a:off x="723900" y="2381250"/>
            <a:ext cx="10744200" cy="619125"/>
          </a:xfrm>
          <a:prstGeom prst="rect">
            <a:avLst/>
          </a:prstGeom>
          <a:noFill/>
          <a:ln w="0">
            <a:noFill/>
          </a:ln>
        </p:spPr>
        <p:txBody>
          <a:bodyPr/>
          <a:lstStyle>
            <a:defPPr>
              <a:defRPr sz="2250" b="0">
                <a:solidFill>
                  <a:srgbClr val="172B43"/>
                </a:solidFill>
                <a:latin typeface="Consolas"/>
                <a:ea typeface="Consolas"/>
                <a:cs typeface="Consolas"/>
              </a:defRPr>
            </a:defPPr>
            <a:lvl1pPr>
              <a:buNone/>
              <a:defRPr sz="2250" b="0">
                <a:solidFill>
                  <a:srgbClr val="172B43"/>
                </a:solidFill>
                <a:latin typeface="Consolas"/>
                <a:ea typeface="Consolas"/>
                <a:cs typeface="Consolas"/>
              </a:defRPr>
            </a:lvl1pPr>
            <a:lvl2pPr>
              <a:buNone/>
              <a:defRPr sz="2250" b="0">
                <a:solidFill>
                  <a:srgbClr val="172B43"/>
                </a:solidFill>
                <a:latin typeface="Consolas"/>
                <a:ea typeface="Consolas"/>
                <a:cs typeface="Consolas"/>
              </a:defRPr>
            </a:lvl2pPr>
            <a:lvl3pPr>
              <a:buNone/>
              <a:defRPr sz="2250" b="0">
                <a:solidFill>
                  <a:srgbClr val="172B43"/>
                </a:solidFill>
                <a:latin typeface="Consolas"/>
                <a:ea typeface="Consolas"/>
                <a:cs typeface="Consolas"/>
              </a:defRPr>
            </a:lvl3pPr>
            <a:lvl4pPr>
              <a:buNone/>
              <a:defRPr sz="2250" b="0">
                <a:solidFill>
                  <a:srgbClr val="172B43"/>
                </a:solidFill>
                <a:latin typeface="Consolas"/>
                <a:ea typeface="Consolas"/>
                <a:cs typeface="Consolas"/>
              </a:defRPr>
            </a:lvl4pPr>
            <a:lvl5pPr>
              <a:buNone/>
              <a:defRPr sz="2250" b="0">
                <a:solidFill>
                  <a:srgbClr val="172B43"/>
                </a:solidFill>
                <a:latin typeface="Consolas"/>
                <a:ea typeface="Consolas"/>
                <a:cs typeface="Consolas"/>
              </a:defRPr>
            </a:lvl5pPr>
            <a:lvl6pPr>
              <a:buNone/>
              <a:defRPr sz="2250" b="0">
                <a:solidFill>
                  <a:srgbClr val="172B43"/>
                </a:solidFill>
                <a:latin typeface="Consolas"/>
                <a:ea typeface="Consolas"/>
                <a:cs typeface="Consolas"/>
              </a:defRPr>
            </a:lvl6pPr>
            <a:lvl7pPr>
              <a:buNone/>
              <a:defRPr sz="2250" b="0">
                <a:solidFill>
                  <a:srgbClr val="172B43"/>
                </a:solidFill>
                <a:latin typeface="Consolas"/>
                <a:ea typeface="Consolas"/>
                <a:cs typeface="Consolas"/>
              </a:defRPr>
            </a:lvl7pPr>
            <a:lvl8pPr>
              <a:buNone/>
              <a:defRPr sz="2250" b="0">
                <a:solidFill>
                  <a:srgbClr val="172B43"/>
                </a:solidFill>
                <a:latin typeface="Consolas"/>
                <a:ea typeface="Consolas"/>
                <a:cs typeface="Consolas"/>
              </a:defRPr>
            </a:lvl8pPr>
            <a:lvl9pPr>
              <a:buNone/>
              <a:defRPr sz="2250" b="0">
                <a:solidFill>
                  <a:srgbClr val="172B43"/>
                </a:solidFill>
                <a:latin typeface="Consolas"/>
                <a:ea typeface="Consolas"/>
                <a:cs typeface="Consolas"/>
              </a:defRPr>
            </a:lvl9pPr>
          </a:lstStyle>
          <a:p>
            <a:pPr>
              <a:buNone/>
              <a:defRPr sz="2250" b="0">
                <a:solidFill>
                  <a:srgbClr val="172B43"/>
                </a:solidFill>
                <a:latin typeface="Consolas"/>
                <a:ea typeface="Consolas"/>
                <a:cs typeface="Consolas"/>
              </a:defRPr>
            </a:pPr>
            <a:r>
              <a:rPr sz="2250" b="0">
                <a:solidFill>
                  <a:srgbClr val="172B43"/>
                </a:solidFill>
                <a:latin typeface="Consolas"/>
                <a:ea typeface="Consolas"/>
                <a:cs typeface="Consolas"/>
              </a:rPr>
              <a:t>dotnet run --project labs/Lab01.Logging</a:t>
            </a:r>
          </a:p>
        </p:txBody>
      </p:sp>
      <p:sp>
        <p:nvSpPr>
          <p:cNvPr id="5" name="Прямоугольник 4">
            <a:extLst>
              <a:ext uri="{FF2B5EF4-FFF2-40B4-BE49-F238E27FC236}">
                <a16:creationId xmlns:a16="http://schemas.microsoft.com/office/drawing/2014/main" id="{41AE6768-5C44-43EB-95FD-EF53AFBC59CC}"/>
              </a:ext>
            </a:extLst>
          </p:cNvPr>
          <p:cNvSpPr>
            <a:spLocks noGrp="1"/>
          </p:cNvSpPr>
          <p:nvPr/>
        </p:nvSpPr>
        <p:spPr>
          <a:xfrm>
            <a:off x="723900" y="3524250"/>
            <a:ext cx="10744200" cy="476250"/>
          </a:xfrm>
          <a:prstGeom prst="rect">
            <a:avLst/>
          </a:prstGeom>
          <a:noFill/>
          <a:ln w="0">
            <a:noFill/>
          </a:ln>
        </p:spPr>
        <p:txBody>
          <a:bodyPr/>
          <a:lstStyle>
            <a:defPPr>
              <a:defRPr sz="2250" b="1">
                <a:solidFill>
                  <a:srgbClr val="215ED7"/>
                </a:solidFill>
                <a:latin typeface="Calibri"/>
                <a:ea typeface="Calibri"/>
                <a:cs typeface="Calibri"/>
              </a:defRPr>
            </a:defPPr>
            <a:lvl1pPr>
              <a:buNone/>
              <a:defRPr sz="2250" b="1">
                <a:solidFill>
                  <a:srgbClr val="215ED7"/>
                </a:solidFill>
                <a:latin typeface="Calibri"/>
                <a:ea typeface="Calibri"/>
                <a:cs typeface="Calibri"/>
              </a:defRPr>
            </a:lvl1pPr>
            <a:lvl2pPr>
              <a:buNone/>
              <a:defRPr sz="2250" b="1">
                <a:solidFill>
                  <a:srgbClr val="215ED7"/>
                </a:solidFill>
                <a:latin typeface="Calibri"/>
                <a:ea typeface="Calibri"/>
                <a:cs typeface="Calibri"/>
              </a:defRPr>
            </a:lvl2pPr>
            <a:lvl3pPr>
              <a:buNone/>
              <a:defRPr sz="2250" b="1">
                <a:solidFill>
                  <a:srgbClr val="215ED7"/>
                </a:solidFill>
                <a:latin typeface="Calibri"/>
                <a:ea typeface="Calibri"/>
                <a:cs typeface="Calibri"/>
              </a:defRPr>
            </a:lvl3pPr>
            <a:lvl4pPr>
              <a:buNone/>
              <a:defRPr sz="2250" b="1">
                <a:solidFill>
                  <a:srgbClr val="215ED7"/>
                </a:solidFill>
                <a:latin typeface="Calibri"/>
                <a:ea typeface="Calibri"/>
                <a:cs typeface="Calibri"/>
              </a:defRPr>
            </a:lvl4pPr>
            <a:lvl5pPr>
              <a:buNone/>
              <a:defRPr sz="2250" b="1">
                <a:solidFill>
                  <a:srgbClr val="215ED7"/>
                </a:solidFill>
                <a:latin typeface="Calibri"/>
                <a:ea typeface="Calibri"/>
                <a:cs typeface="Calibri"/>
              </a:defRPr>
            </a:lvl5pPr>
            <a:lvl6pPr>
              <a:buNone/>
              <a:defRPr sz="2250" b="1">
                <a:solidFill>
                  <a:srgbClr val="215ED7"/>
                </a:solidFill>
                <a:latin typeface="Calibri"/>
                <a:ea typeface="Calibri"/>
                <a:cs typeface="Calibri"/>
              </a:defRPr>
            </a:lvl6pPr>
            <a:lvl7pPr>
              <a:buNone/>
              <a:defRPr sz="2250" b="1">
                <a:solidFill>
                  <a:srgbClr val="215ED7"/>
                </a:solidFill>
                <a:latin typeface="Calibri"/>
                <a:ea typeface="Calibri"/>
                <a:cs typeface="Calibri"/>
              </a:defRPr>
            </a:lvl7pPr>
            <a:lvl8pPr>
              <a:buNone/>
              <a:defRPr sz="2250" b="1">
                <a:solidFill>
                  <a:srgbClr val="215ED7"/>
                </a:solidFill>
                <a:latin typeface="Calibri"/>
                <a:ea typeface="Calibri"/>
                <a:cs typeface="Calibri"/>
              </a:defRPr>
            </a:lvl8pPr>
            <a:lvl9pPr>
              <a:buNone/>
              <a:defRPr sz="2250" b="1">
                <a:solidFill>
                  <a:srgbClr val="215ED7"/>
                </a:solidFill>
                <a:latin typeface="Calibri"/>
                <a:ea typeface="Calibri"/>
                <a:cs typeface="Calibri"/>
              </a:defRPr>
            </a:lvl9pPr>
          </a:lstStyle>
          <a:p>
            <a:pPr>
              <a:buNone/>
              <a:defRPr sz="2250" b="1">
                <a:solidFill>
                  <a:srgbClr val="215ED7"/>
                </a:solidFill>
                <a:latin typeface="Calibri"/>
                <a:ea typeface="Calibri"/>
                <a:cs typeface="Calibri"/>
              </a:defRPr>
            </a:pPr>
            <a:r>
              <a:rPr sz="2250" b="1">
                <a:solidFill>
                  <a:srgbClr val="215ED7"/>
                </a:solidFill>
                <a:latin typeface="Calibri"/>
                <a:ea typeface="Calibri"/>
                <a:cs typeface="Calibri"/>
              </a:rPr>
              <a:t>Run the tests</a:t>
            </a:r>
          </a:p>
        </p:txBody>
      </p:sp>
      <p:sp>
        <p:nvSpPr>
          <p:cNvPr id="6" name="Прямоугольник 5">
            <a:extLst>
              <a:ext uri="{FF2B5EF4-FFF2-40B4-BE49-F238E27FC236}">
                <a16:creationId xmlns:a16="http://schemas.microsoft.com/office/drawing/2014/main" id="{41C6EE96-7627-424D-AE66-AF0ADF0A7A0E}"/>
              </a:ext>
            </a:extLst>
          </p:cNvPr>
          <p:cNvSpPr>
            <a:spLocks noGrp="1"/>
          </p:cNvSpPr>
          <p:nvPr/>
        </p:nvSpPr>
        <p:spPr>
          <a:xfrm>
            <a:off x="723900" y="4143375"/>
            <a:ext cx="10744200" cy="619125"/>
          </a:xfrm>
          <a:prstGeom prst="rect">
            <a:avLst/>
          </a:prstGeom>
          <a:noFill/>
          <a:ln w="0">
            <a:noFill/>
          </a:ln>
        </p:spPr>
        <p:txBody>
          <a:bodyPr/>
          <a:lstStyle>
            <a:defPPr>
              <a:defRPr sz="2550" b="0">
                <a:solidFill>
                  <a:srgbClr val="172B43"/>
                </a:solidFill>
                <a:latin typeface="Consolas"/>
                <a:ea typeface="Consolas"/>
                <a:cs typeface="Consolas"/>
              </a:defRPr>
            </a:defPPr>
            <a:lvl1pPr>
              <a:buNone/>
              <a:defRPr sz="2550" b="0">
                <a:solidFill>
                  <a:srgbClr val="172B43"/>
                </a:solidFill>
                <a:latin typeface="Consolas"/>
                <a:ea typeface="Consolas"/>
                <a:cs typeface="Consolas"/>
              </a:defRPr>
            </a:lvl1pPr>
            <a:lvl2pPr>
              <a:buNone/>
              <a:defRPr sz="2550" b="0">
                <a:solidFill>
                  <a:srgbClr val="172B43"/>
                </a:solidFill>
                <a:latin typeface="Consolas"/>
                <a:ea typeface="Consolas"/>
                <a:cs typeface="Consolas"/>
              </a:defRPr>
            </a:lvl2pPr>
            <a:lvl3pPr>
              <a:buNone/>
              <a:defRPr sz="2550" b="0">
                <a:solidFill>
                  <a:srgbClr val="172B43"/>
                </a:solidFill>
                <a:latin typeface="Consolas"/>
                <a:ea typeface="Consolas"/>
                <a:cs typeface="Consolas"/>
              </a:defRPr>
            </a:lvl3pPr>
            <a:lvl4pPr>
              <a:buNone/>
              <a:defRPr sz="2550" b="0">
                <a:solidFill>
                  <a:srgbClr val="172B43"/>
                </a:solidFill>
                <a:latin typeface="Consolas"/>
                <a:ea typeface="Consolas"/>
                <a:cs typeface="Consolas"/>
              </a:defRPr>
            </a:lvl4pPr>
            <a:lvl5pPr>
              <a:buNone/>
              <a:defRPr sz="2550" b="0">
                <a:solidFill>
                  <a:srgbClr val="172B43"/>
                </a:solidFill>
                <a:latin typeface="Consolas"/>
                <a:ea typeface="Consolas"/>
                <a:cs typeface="Consolas"/>
              </a:defRPr>
            </a:lvl5pPr>
            <a:lvl6pPr>
              <a:buNone/>
              <a:defRPr sz="2550" b="0">
                <a:solidFill>
                  <a:srgbClr val="172B43"/>
                </a:solidFill>
                <a:latin typeface="Consolas"/>
                <a:ea typeface="Consolas"/>
                <a:cs typeface="Consolas"/>
              </a:defRPr>
            </a:lvl6pPr>
            <a:lvl7pPr>
              <a:buNone/>
              <a:defRPr sz="2550" b="0">
                <a:solidFill>
                  <a:srgbClr val="172B43"/>
                </a:solidFill>
                <a:latin typeface="Consolas"/>
                <a:ea typeface="Consolas"/>
                <a:cs typeface="Consolas"/>
              </a:defRPr>
            </a:lvl7pPr>
            <a:lvl8pPr>
              <a:buNone/>
              <a:defRPr sz="2550" b="0">
                <a:solidFill>
                  <a:srgbClr val="172B43"/>
                </a:solidFill>
                <a:latin typeface="Consolas"/>
                <a:ea typeface="Consolas"/>
                <a:cs typeface="Consolas"/>
              </a:defRPr>
            </a:lvl8pPr>
            <a:lvl9pPr>
              <a:buNone/>
              <a:defRPr sz="2550" b="0">
                <a:solidFill>
                  <a:srgbClr val="172B43"/>
                </a:solidFill>
                <a:latin typeface="Consolas"/>
                <a:ea typeface="Consolas"/>
                <a:cs typeface="Consolas"/>
              </a:defRPr>
            </a:lvl9pPr>
          </a:lstStyle>
          <a:p>
            <a:pPr>
              <a:buNone/>
              <a:defRPr sz="2550" b="0">
                <a:solidFill>
                  <a:srgbClr val="172B43"/>
                </a:solidFill>
                <a:latin typeface="Consolas"/>
                <a:ea typeface="Consolas"/>
                <a:cs typeface="Consolas"/>
              </a:defRPr>
            </a:pPr>
            <a:r>
              <a:rPr sz="2550" b="0">
                <a:solidFill>
                  <a:srgbClr val="172B43"/>
                </a:solidFill>
                <a:latin typeface="Consolas"/>
                <a:ea typeface="Consolas"/>
                <a:cs typeface="Consolas"/>
              </a:rPr>
              <a:t>dotnet test</a:t>
            </a:r>
          </a:p>
        </p:txBody>
      </p:sp>
      <p:sp>
        <p:nvSpPr>
          <p:cNvPr id="7" name="Прямоугольник 6">
            <a:extLst>
              <a:ext uri="{FF2B5EF4-FFF2-40B4-BE49-F238E27FC236}">
                <a16:creationId xmlns:a16="http://schemas.microsoft.com/office/drawing/2014/main" id="{00491B0A-A8BC-4F25-AC7F-9D29555FA6E1}"/>
              </a:ext>
            </a:extLst>
          </p:cNvPr>
          <p:cNvSpPr>
            <a:spLocks noGrp="1"/>
          </p:cNvSpPr>
          <p:nvPr/>
        </p:nvSpPr>
        <p:spPr>
          <a:xfrm>
            <a:off x="723900" y="5476875"/>
            <a:ext cx="10744200" cy="523875"/>
          </a:xfrm>
          <a:prstGeom prst="rect">
            <a:avLst/>
          </a:prstGeom>
          <a:noFill/>
          <a:ln w="0">
            <a:noFill/>
          </a:ln>
        </p:spPr>
        <p:txBody>
          <a:bodyPr/>
          <a:lstStyle>
            <a:defPPr>
              <a:defRPr sz="2175" b="0">
                <a:solidFill>
                  <a:srgbClr val="506177"/>
                </a:solidFill>
                <a:latin typeface="Calibri"/>
                <a:ea typeface="Calibri"/>
                <a:cs typeface="Calibri"/>
              </a:defRPr>
            </a:defPPr>
            <a:lvl1pPr>
              <a:buNone/>
              <a:defRPr sz="2175" b="0">
                <a:solidFill>
                  <a:srgbClr val="506177"/>
                </a:solidFill>
                <a:latin typeface="Calibri"/>
                <a:ea typeface="Calibri"/>
                <a:cs typeface="Calibri"/>
              </a:defRPr>
            </a:lvl1pPr>
            <a:lvl2pPr>
              <a:buNone/>
              <a:defRPr sz="2175" b="0">
                <a:solidFill>
                  <a:srgbClr val="506177"/>
                </a:solidFill>
                <a:latin typeface="Calibri"/>
                <a:ea typeface="Calibri"/>
                <a:cs typeface="Calibri"/>
              </a:defRPr>
            </a:lvl2pPr>
            <a:lvl3pPr>
              <a:buNone/>
              <a:defRPr sz="2175" b="0">
                <a:solidFill>
                  <a:srgbClr val="506177"/>
                </a:solidFill>
                <a:latin typeface="Calibri"/>
                <a:ea typeface="Calibri"/>
                <a:cs typeface="Calibri"/>
              </a:defRPr>
            </a:lvl3pPr>
            <a:lvl4pPr>
              <a:buNone/>
              <a:defRPr sz="2175" b="0">
                <a:solidFill>
                  <a:srgbClr val="506177"/>
                </a:solidFill>
                <a:latin typeface="Calibri"/>
                <a:ea typeface="Calibri"/>
                <a:cs typeface="Calibri"/>
              </a:defRPr>
            </a:lvl4pPr>
            <a:lvl5pPr>
              <a:buNone/>
              <a:defRPr sz="2175" b="0">
                <a:solidFill>
                  <a:srgbClr val="506177"/>
                </a:solidFill>
                <a:latin typeface="Calibri"/>
                <a:ea typeface="Calibri"/>
                <a:cs typeface="Calibri"/>
              </a:defRPr>
            </a:lvl5pPr>
            <a:lvl6pPr>
              <a:buNone/>
              <a:defRPr sz="2175" b="0">
                <a:solidFill>
                  <a:srgbClr val="506177"/>
                </a:solidFill>
                <a:latin typeface="Calibri"/>
                <a:ea typeface="Calibri"/>
                <a:cs typeface="Calibri"/>
              </a:defRPr>
            </a:lvl6pPr>
            <a:lvl7pPr>
              <a:buNone/>
              <a:defRPr sz="2175" b="0">
                <a:solidFill>
                  <a:srgbClr val="506177"/>
                </a:solidFill>
                <a:latin typeface="Calibri"/>
                <a:ea typeface="Calibri"/>
                <a:cs typeface="Calibri"/>
              </a:defRPr>
            </a:lvl7pPr>
            <a:lvl8pPr>
              <a:buNone/>
              <a:defRPr sz="2175" b="0">
                <a:solidFill>
                  <a:srgbClr val="506177"/>
                </a:solidFill>
                <a:latin typeface="Calibri"/>
                <a:ea typeface="Calibri"/>
                <a:cs typeface="Calibri"/>
              </a:defRPr>
            </a:lvl8pPr>
            <a:lvl9pPr>
              <a:buNone/>
              <a:defRPr sz="2175" b="0">
                <a:solidFill>
                  <a:srgbClr val="506177"/>
                </a:solidFill>
                <a:latin typeface="Calibri"/>
                <a:ea typeface="Calibri"/>
                <a:cs typeface="Calibri"/>
              </a:defRPr>
            </a:lvl9pPr>
          </a:lstStyle>
          <a:p>
            <a:pPr>
              <a:buNone/>
              <a:defRPr sz="2175" b="0">
                <a:solidFill>
                  <a:srgbClr val="506177"/>
                </a:solidFill>
                <a:latin typeface="Calibri"/>
                <a:ea typeface="Calibri"/>
                <a:cs typeface="Calibri"/>
              </a:defRPr>
            </a:pPr>
            <a:r>
              <a:rPr sz="2175" b="0">
                <a:solidFill>
                  <a:srgbClr val="506177"/>
                </a:solidFill>
                <a:latin typeface="Calibri"/>
                <a:ea typeface="Calibri"/>
                <a:cs typeface="Calibri"/>
              </a:rPr>
              <a:t>github.com/0kura018/OOP-Labs</a:t>
            </a:r>
          </a:p>
        </p:txBody>
      </p:sp>
      <p:pic>
        <p:nvPicPr>
          <p:cNvPr id="9" name="Рисунок 8">
            <a:extLst>
              <a:ext uri="{FF2B5EF4-FFF2-40B4-BE49-F238E27FC236}">
                <a16:creationId xmlns:a16="http://schemas.microsoft.com/office/drawing/2014/main" id="{C52E3CCB-19A8-DDC0-2BE5-610C025F4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4908" y="0"/>
            <a:ext cx="3857625" cy="6858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818322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1483</Words>
  <Application>Microsoft Office PowerPoint</Application>
  <DocSecurity>0</DocSecurity>
  <PresentationFormat>Широкоэкранный</PresentationFormat>
  <Paragraphs>127</Paragraphs>
  <Slides>10</Slides>
  <Notes>10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10</vt:i4>
      </vt:variant>
    </vt:vector>
  </HeadingPairs>
  <TitlesOfParts>
    <vt:vector size="13" baseType="lpstr">
      <vt:lpstr>Calibri</vt:lpstr>
      <vt:lpstr>Consolas</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Ivan Lungu</cp:lastModifiedBy>
  <cp:revision>2</cp:revision>
  <dcterms:created xsi:type="dcterms:W3CDTF">2026-10-30T09:04:10Z</dcterms:created>
  <dcterms:modified xsi:type="dcterms:W3CDTF">2026-10-30T09:10:14Z</dcterms:modified>
</cp:coreProperties>
</file>